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1211" r:id="rId2"/>
    <p:sldId id="1277" r:id="rId3"/>
    <p:sldId id="1269" r:id="rId4"/>
    <p:sldId id="1279" r:id="rId5"/>
    <p:sldId id="1111" r:id="rId6"/>
    <p:sldId id="1112" r:id="rId7"/>
    <p:sldId id="1113" r:id="rId8"/>
    <p:sldId id="1114" r:id="rId9"/>
    <p:sldId id="1115" r:id="rId10"/>
    <p:sldId id="1116" r:id="rId11"/>
    <p:sldId id="1117" r:id="rId12"/>
    <p:sldId id="1118" r:id="rId13"/>
    <p:sldId id="1194" r:id="rId14"/>
    <p:sldId id="1119" r:id="rId15"/>
    <p:sldId id="1192" r:id="rId16"/>
    <p:sldId id="1220" r:id="rId17"/>
    <p:sldId id="1120" r:id="rId18"/>
    <p:sldId id="1121" r:id="rId19"/>
    <p:sldId id="1221" r:id="rId20"/>
    <p:sldId id="1122" r:id="rId21"/>
    <p:sldId id="1123" r:id="rId22"/>
    <p:sldId id="1275" r:id="rId23"/>
    <p:sldId id="960" r:id="rId24"/>
    <p:sldId id="1129" r:id="rId25"/>
    <p:sldId id="964" r:id="rId26"/>
    <p:sldId id="1223" r:id="rId27"/>
    <p:sldId id="1051" r:id="rId28"/>
    <p:sldId id="1050" r:id="rId29"/>
    <p:sldId id="1351" r:id="rId30"/>
    <p:sldId id="1271" r:id="rId31"/>
    <p:sldId id="1225" r:id="rId32"/>
    <p:sldId id="1227" r:id="rId33"/>
    <p:sldId id="1228" r:id="rId34"/>
    <p:sldId id="1272" r:id="rId35"/>
    <p:sldId id="1229" r:id="rId36"/>
    <p:sldId id="1230" r:id="rId37"/>
    <p:sldId id="1352" r:id="rId38"/>
    <p:sldId id="1353" r:id="rId39"/>
    <p:sldId id="1354" r:id="rId40"/>
    <p:sldId id="1355" r:id="rId41"/>
    <p:sldId id="1356" r:id="rId42"/>
    <p:sldId id="1357" r:id="rId43"/>
    <p:sldId id="1358" r:id="rId44"/>
    <p:sldId id="1359" r:id="rId45"/>
    <p:sldId id="1300" r:id="rId46"/>
    <p:sldId id="1360" r:id="rId47"/>
    <p:sldId id="1361" r:id="rId48"/>
    <p:sldId id="1232" r:id="rId49"/>
    <p:sldId id="1233" r:id="rId50"/>
    <p:sldId id="1259" r:id="rId51"/>
    <p:sldId id="1231" r:id="rId52"/>
    <p:sldId id="1260" r:id="rId53"/>
    <p:sldId id="1276" r:id="rId54"/>
    <p:sldId id="1278" r:id="rId55"/>
    <p:sldId id="121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593"/>
    <p:restoredTop sz="95806" autoAdjust="0"/>
  </p:normalViewPr>
  <p:slideViewPr>
    <p:cSldViewPr snapToGrid="0" snapToObjects="1">
      <p:cViewPr varScale="1">
        <p:scale>
          <a:sx n="86" d="100"/>
          <a:sy n="86" d="100"/>
        </p:scale>
        <p:origin x="82" y="322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721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79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763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936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049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2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717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275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783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452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554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195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79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758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647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945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179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69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Re-do of network management slides; redo of Bellman-Ford slides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8.2 (changes over 8.0)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improved animations of Dijkstra’s algorithm and Bellman Ford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various improvements to BGP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SDN: added Google Orion (2021 Google network SDN control plane)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3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70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65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330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656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71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880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133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5773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2194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4076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199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5076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301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5303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8670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3778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883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324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537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105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2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C2026CB-3775-4D91-A419-EF817CBE85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2887" y="1251750"/>
            <a:ext cx="7232650" cy="1060111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4000"/>
              <a:t>Advanced Network </a:t>
            </a:r>
            <a:r>
              <a:rPr lang="en-US" altLang="en-US" sz="4000" dirty="0"/>
              <a:t>Systems</a:t>
            </a:r>
            <a:br>
              <a:rPr lang="en-US" altLang="en-US" sz="4800" dirty="0"/>
            </a:br>
            <a:r>
              <a:rPr lang="en-US" altLang="en-US" sz="2800"/>
              <a:t>CSCI 6170</a:t>
            </a:r>
            <a:endParaRPr lang="en-US" altLang="en-US" sz="2800" dirty="0"/>
          </a:p>
        </p:txBody>
      </p:sp>
      <p:sp>
        <p:nvSpPr>
          <p:cNvPr id="10243" name="Text Box 6">
            <a:extLst>
              <a:ext uri="{FF2B5EF4-FFF2-40B4-BE49-F238E27FC236}">
                <a16:creationId xmlns:a16="http://schemas.microsoft.com/office/drawing/2014/main" id="{462B13D4-8CD4-44F7-AA8B-3FC93D5DF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2143" y="2765395"/>
            <a:ext cx="11922710" cy="300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37160" bIns="13716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Lecture 18 </a:t>
            </a:r>
            <a:r>
              <a:rPr lang="mr-IN" altLang="en-US" sz="2400" dirty="0">
                <a:latin typeface="+mn-lt"/>
                <a:cs typeface="Calibri" panose="020F0502020204030204" pitchFamily="34" charset="0"/>
              </a:rPr>
              <a:t>–</a:t>
            </a: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 Network Layer (Control Plane)</a:t>
            </a:r>
            <a:endParaRPr lang="en-US" sz="2400" kern="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Fall 2024</a:t>
            </a:r>
          </a:p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Md Rumman Rafi</a:t>
            </a:r>
          </a:p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Department of Computer Science &amp; Information Systems</a:t>
            </a:r>
          </a:p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Auburn University @ Montgomery</a:t>
            </a:r>
          </a:p>
          <a:p>
            <a:pPr algn="ctr">
              <a:lnSpc>
                <a:spcPct val="100000"/>
              </a:lnSpc>
              <a:spcBef>
                <a:spcPts val="838"/>
              </a:spcBef>
              <a:buClrTx/>
              <a:buSzTx/>
              <a:buNone/>
            </a:pPr>
            <a:r>
              <a:rPr lang="en-US" altLang="en-US" sz="2400" dirty="0">
                <a:latin typeface="+mn-lt"/>
                <a:cs typeface="Calibri" panose="020F0502020204030204" pitchFamily="34" charset="0"/>
              </a:rPr>
              <a:t>AL 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036" y="2977290"/>
            <a:ext cx="2601927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 panose="020F0502020204030204" pitchFamily="34" charset="0"/>
              </a:rPr>
              <a:t>Attendance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647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070CE7-5A93-4172-9393-3170292928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21504" y="870012"/>
            <a:ext cx="5424487" cy="576015"/>
          </a:xfrm>
        </p:spPr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altLang="en-US" sz="3600" dirty="0"/>
              <a:t>Agenda</a:t>
            </a:r>
          </a:p>
        </p:txBody>
      </p:sp>
      <p:sp>
        <p:nvSpPr>
          <p:cNvPr id="10243" name="Text Box 6">
            <a:extLst>
              <a:ext uri="{FF2B5EF4-FFF2-40B4-BE49-F238E27FC236}">
                <a16:creationId xmlns:a16="http://schemas.microsoft.com/office/drawing/2014/main" id="{9AED8972-275F-4957-AAEE-45A9A3A63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599" y="2347935"/>
            <a:ext cx="8940801" cy="2162130"/>
          </a:xfrm>
          <a:prstGeom prst="rect">
            <a:avLst/>
          </a:prstGeom>
          <a:noFill/>
          <a:ln>
            <a:noFill/>
          </a:ln>
        </p:spPr>
        <p:txBody>
          <a:bodyPr tIns="102870" bIns="10287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29"/>
              </a:spcBef>
              <a:buClrTx/>
              <a:buSzTx/>
              <a:buNone/>
              <a:defRPr/>
            </a:pPr>
            <a:endParaRPr lang="en-US" altLang="en-US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629"/>
              </a:spcBef>
              <a:buClrTx/>
              <a:buSzTx/>
              <a:defRPr/>
            </a:pPr>
            <a:r>
              <a:rPr lang="en-US" altLang="en-US" dirty="0">
                <a:latin typeface="+mn-lt"/>
                <a:cs typeface="Calibri" panose="020F0502020204030204" pitchFamily="34" charset="0"/>
              </a:rPr>
              <a:t>Review of Previous Lecture</a:t>
            </a:r>
          </a:p>
          <a:p>
            <a:pPr marL="285750" indent="-285750">
              <a:lnSpc>
                <a:spcPct val="100000"/>
              </a:lnSpc>
              <a:spcBef>
                <a:spcPts val="629"/>
              </a:spcBef>
              <a:buClrTx/>
              <a:buSzTx/>
              <a:defRPr/>
            </a:pPr>
            <a:r>
              <a:rPr lang="en-US" altLang="en-US" dirty="0">
                <a:latin typeface="+mn-lt"/>
                <a:cs typeface="Calibri" panose="020F0502020204030204" pitchFamily="34" charset="0"/>
              </a:rPr>
              <a:t>Today’s Lecture</a:t>
            </a:r>
          </a:p>
          <a:p>
            <a:pPr marL="285750" indent="-285750">
              <a:lnSpc>
                <a:spcPct val="100000"/>
              </a:lnSpc>
              <a:spcBef>
                <a:spcPts val="629"/>
              </a:spcBef>
              <a:buClrTx/>
              <a:buSzTx/>
              <a:defRPr/>
            </a:pPr>
            <a:r>
              <a:rPr lang="en-US" altLang="en-US" dirty="0">
                <a:latin typeface="+mn-lt"/>
                <a:cs typeface="Calibri" panose="020F050202020403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48949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131" y="2981689"/>
            <a:ext cx="5671737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 panose="020F0502020204030204" pitchFamily="34" charset="0"/>
              </a:rPr>
              <a:t>Review of Previous Lecture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077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0089" y="1428299"/>
            <a:ext cx="6618109" cy="5001077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 plane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control plane</a:t>
            </a:r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186488" y="4277300"/>
            <a:ext cx="6005512" cy="211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lnSpc>
                <a:spcPct val="100000"/>
              </a:lnSpc>
            </a:pP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Forwarding, SDN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Match+action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OpenFlow: match+action in action</a:t>
            </a:r>
          </a:p>
          <a:p>
            <a:pPr marL="407988" indent="-277813">
              <a:lnSpc>
                <a:spcPct val="100000"/>
              </a:lnSpc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Middleboxes</a:t>
            </a:r>
          </a:p>
          <a:p>
            <a:pPr lvl="1"/>
            <a:endParaRPr lang="en-US" alt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563462" y="2806957"/>
            <a:ext cx="6618109" cy="3461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’s inside a router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input ports, switching, output ports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buffer management, scheduling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datagram format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addressing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address translation</a:t>
            </a:r>
          </a:p>
          <a:p>
            <a:pPr lvl="1">
              <a:spcBef>
                <a:spcPts val="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IPv6</a:t>
            </a:r>
          </a:p>
        </p:txBody>
      </p:sp>
    </p:spTree>
    <p:extLst>
      <p:ext uri="{BB962C8B-B14F-4D97-AF65-F5344CB8AC3E}">
        <p14:creationId xmlns:p14="http://schemas.microsoft.com/office/powerpoint/2010/main" val="355142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20255E-462F-0E4B-A829-1C635A9D2E89}"/>
              </a:ext>
            </a:extLst>
          </p:cNvPr>
          <p:cNvGrpSpPr/>
          <p:nvPr/>
        </p:nvGrpSpPr>
        <p:grpSpPr>
          <a:xfrm>
            <a:off x="2020188" y="2244830"/>
            <a:ext cx="6996667" cy="1258851"/>
            <a:chOff x="1372488" y="5470630"/>
            <a:chExt cx="6996667" cy="1258851"/>
          </a:xfrm>
        </p:grpSpPr>
        <p:sp>
          <p:nvSpPr>
            <p:cNvPr id="887" name="Freeform 2">
              <a:extLst>
                <a:ext uri="{FF2B5EF4-FFF2-40B4-BE49-F238E27FC236}">
                  <a16:creationId xmlns:a16="http://schemas.microsoft.com/office/drawing/2014/main" id="{73B896A4-C009-EC47-9EB3-507C0C7C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668" y="5789681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BFDE916B-AF97-DB4F-88E3-3211F74E07F5}"/>
                </a:ext>
              </a:extLst>
            </p:cNvPr>
            <p:cNvCxnSpPr/>
            <p:nvPr/>
          </p:nvCxnSpPr>
          <p:spPr>
            <a:xfrm flipV="1">
              <a:off x="5011593" y="5940494"/>
              <a:ext cx="1316037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11A6A20F-5B1F-E34C-A889-7D7216BC52A6}"/>
                </a:ext>
              </a:extLst>
            </p:cNvPr>
            <p:cNvCxnSpPr/>
            <p:nvPr/>
          </p:nvCxnSpPr>
          <p:spPr>
            <a:xfrm>
              <a:off x="4900468" y="6127819"/>
              <a:ext cx="2259012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EC3A188E-9403-584D-9DE4-BD063B6A9984}"/>
                </a:ext>
              </a:extLst>
            </p:cNvPr>
            <p:cNvCxnSpPr/>
            <p:nvPr/>
          </p:nvCxnSpPr>
          <p:spPr>
            <a:xfrm>
              <a:off x="4913168" y="6232594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CA8EFEA7-A8AA-F945-BA1D-4ACB721622E5}"/>
                </a:ext>
              </a:extLst>
            </p:cNvPr>
            <p:cNvCxnSpPr/>
            <p:nvPr/>
          </p:nvCxnSpPr>
          <p:spPr>
            <a:xfrm flipV="1">
              <a:off x="5930755" y="6426269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B2D0340F-062D-4B43-ADB5-74954D542D1B}"/>
                </a:ext>
              </a:extLst>
            </p:cNvPr>
            <p:cNvCxnSpPr/>
            <p:nvPr/>
          </p:nvCxnSpPr>
          <p:spPr>
            <a:xfrm>
              <a:off x="6591155" y="5973831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694966F7-E79E-AC42-A981-710223649ACC}"/>
                </a:ext>
              </a:extLst>
            </p:cNvPr>
            <p:cNvCxnSpPr/>
            <p:nvPr/>
          </p:nvCxnSpPr>
          <p:spPr>
            <a:xfrm flipV="1">
              <a:off x="5875193" y="6127819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084439A-562F-9047-916D-8BFA8D983C78}"/>
                </a:ext>
              </a:extLst>
            </p:cNvPr>
            <p:cNvCxnSpPr/>
            <p:nvPr/>
          </p:nvCxnSpPr>
          <p:spPr>
            <a:xfrm flipV="1">
              <a:off x="7202343" y="6156394"/>
              <a:ext cx="588962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834EF84-01CE-DB43-AA3A-31C4F6601F10}"/>
                </a:ext>
              </a:extLst>
            </p:cNvPr>
            <p:cNvCxnSpPr/>
            <p:nvPr/>
          </p:nvCxnSpPr>
          <p:spPr>
            <a:xfrm>
              <a:off x="6345093" y="5940494"/>
              <a:ext cx="814387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069" name="Group 347">
              <a:extLst>
                <a:ext uri="{FF2B5EF4-FFF2-40B4-BE49-F238E27FC236}">
                  <a16:creationId xmlns:a16="http://schemas.microsoft.com/office/drawing/2014/main" id="{4D6C1728-73DE-F748-A0E0-11321B8F7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5568" y="5983356"/>
              <a:ext cx="588962" cy="242888"/>
              <a:chOff x="1871277" y="1576300"/>
              <a:chExt cx="1128371" cy="437861"/>
            </a:xfrm>
          </p:grpSpPr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BD0DE6BC-801F-2349-B339-2073DD002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6"/>
                <a:ext cx="1125331" cy="320525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8006CA96-E3FA-9945-9B82-02259999272B}"/>
                  </a:ext>
                </a:extLst>
              </p:cNvPr>
              <p:cNvSpPr/>
              <p:nvPr/>
            </p:nvSpPr>
            <p:spPr bwMode="auto">
              <a:xfrm>
                <a:off x="1871277" y="1739425"/>
                <a:ext cx="1128371" cy="11733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AC968267-A70E-0B48-9B2B-F3F7549B2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5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3" name="Freeform 1072">
                <a:extLst>
                  <a:ext uri="{FF2B5EF4-FFF2-40B4-BE49-F238E27FC236}">
                    <a16:creationId xmlns:a16="http://schemas.microsoft.com/office/drawing/2014/main" id="{3543F393-921B-2544-AAF2-81DE265DCA01}"/>
                  </a:ext>
                </a:extLst>
              </p:cNvPr>
              <p:cNvSpPr/>
              <p:nvPr/>
            </p:nvSpPr>
            <p:spPr bwMode="auto">
              <a:xfrm>
                <a:off x="2160212" y="1673602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4" name="Freeform 1073">
                <a:extLst>
                  <a:ext uri="{FF2B5EF4-FFF2-40B4-BE49-F238E27FC236}">
                    <a16:creationId xmlns:a16="http://schemas.microsoft.com/office/drawing/2014/main" id="{36A99124-4AE5-ED4F-A834-C0222885A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2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7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6 h 932950"/>
                  <a:gd name="T12" fmla="*/ 536535 w 3723451"/>
                  <a:gd name="T13" fmla="*/ 47040 h 932950"/>
                  <a:gd name="T14" fmla="*/ 334214 w 3723451"/>
                  <a:gd name="T15" fmla="*/ 111612 h 932950"/>
                  <a:gd name="T16" fmla="*/ 126717 w 3723451"/>
                  <a:gd name="T17" fmla="*/ 49415 h 932950"/>
                  <a:gd name="T18" fmla="*/ 93168 w 3723451"/>
                  <a:gd name="T19" fmla="*/ 56128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5" name="Freeform 1074">
                <a:extLst>
                  <a:ext uri="{FF2B5EF4-FFF2-40B4-BE49-F238E27FC236}">
                    <a16:creationId xmlns:a16="http://schemas.microsoft.com/office/drawing/2014/main" id="{9CE3F7E2-B553-1E45-88FC-E2E1EC32F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8"/>
                <a:ext cx="243315" cy="97302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8 h 809868"/>
                  <a:gd name="T4" fmla="*/ 154017 w 1366596"/>
                  <a:gd name="T5" fmla="*/ 97302 h 809868"/>
                  <a:gd name="T6" fmla="*/ 819 w 1366596"/>
                  <a:gd name="T7" fmla="*/ 5141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6" name="Freeform 1075">
                <a:extLst>
                  <a:ext uri="{FF2B5EF4-FFF2-40B4-BE49-F238E27FC236}">
                    <a16:creationId xmlns:a16="http://schemas.microsoft.com/office/drawing/2014/main" id="{D7BB9DED-4899-7649-AEBA-749DA4527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2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2 h 791462"/>
                  <a:gd name="T6" fmla="*/ 0 w 1348191"/>
                  <a:gd name="T7" fmla="*/ 75239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E8965662-2E9A-0244-946F-4423CC691CFA}"/>
                  </a:ext>
                </a:extLst>
              </p:cNvPr>
              <p:cNvCxnSpPr>
                <a:cxnSpLocks noChangeShapeType="1"/>
                <a:endCxn id="1072" idx="2"/>
              </p:cNvCxnSpPr>
              <p:nvPr/>
            </p:nvCxnSpPr>
            <p:spPr bwMode="auto">
              <a:xfrm flipH="1" flipV="1">
                <a:off x="1871277" y="1736563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857BA7A2-209C-0B4F-9F2F-F5D9E12C57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2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79" name="Group 347">
              <a:extLst>
                <a:ext uri="{FF2B5EF4-FFF2-40B4-BE49-F238E27FC236}">
                  <a16:creationId xmlns:a16="http://schemas.microsoft.com/office/drawing/2014/main" id="{23A5395A-73E4-9545-9CCB-0643AECEF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430" y="5842069"/>
              <a:ext cx="588963" cy="242887"/>
              <a:chOff x="1871277" y="1576300"/>
              <a:chExt cx="1128371" cy="437861"/>
            </a:xfrm>
          </p:grpSpPr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DF4469B4-1A62-884E-B93E-2088628FC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9" y="1693635"/>
                <a:ext cx="1125329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CEED749C-6638-6040-A523-CBE05E8011F2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E82E8A3A-0CDF-0142-A8D4-2A7F88E46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29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3" name="Freeform 1082">
                <a:extLst>
                  <a:ext uri="{FF2B5EF4-FFF2-40B4-BE49-F238E27FC236}">
                    <a16:creationId xmlns:a16="http://schemas.microsoft.com/office/drawing/2014/main" id="{20B0C69D-2EFF-CC4C-91E3-DE028EA90E90}"/>
                  </a:ext>
                </a:extLst>
              </p:cNvPr>
              <p:cNvSpPr/>
              <p:nvPr/>
            </p:nvSpPr>
            <p:spPr bwMode="auto">
              <a:xfrm>
                <a:off x="2160214" y="1673603"/>
                <a:ext cx="547457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4" name="Freeform 1083">
                <a:extLst>
                  <a:ext uri="{FF2B5EF4-FFF2-40B4-BE49-F238E27FC236}">
                    <a16:creationId xmlns:a16="http://schemas.microsoft.com/office/drawing/2014/main" id="{8F166C83-2DE4-AA4C-934F-358B1ABBD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1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6 w 3723451"/>
                  <a:gd name="T5" fmla="*/ 62276 h 932950"/>
                  <a:gd name="T6" fmla="*/ 534416 w 3723451"/>
                  <a:gd name="T7" fmla="*/ 0 h 932950"/>
                  <a:gd name="T8" fmla="*/ 663031 w 3723451"/>
                  <a:gd name="T9" fmla="*/ 24782 h 932950"/>
                  <a:gd name="T10" fmla="*/ 567342 w 3723451"/>
                  <a:gd name="T11" fmla="*/ 55255 h 932950"/>
                  <a:gd name="T12" fmla="*/ 536534 w 3723451"/>
                  <a:gd name="T13" fmla="*/ 47039 h 932950"/>
                  <a:gd name="T14" fmla="*/ 334213 w 3723451"/>
                  <a:gd name="T15" fmla="*/ 111611 h 932950"/>
                  <a:gd name="T16" fmla="*/ 126716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5" name="Freeform 1084">
                <a:extLst>
                  <a:ext uri="{FF2B5EF4-FFF2-40B4-BE49-F238E27FC236}">
                    <a16:creationId xmlns:a16="http://schemas.microsoft.com/office/drawing/2014/main" id="{64120D6F-CF36-7A4B-868D-9522C1F79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1" y="1727977"/>
                <a:ext cx="243314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4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6" name="Freeform 1085">
                <a:extLst>
                  <a:ext uri="{FF2B5EF4-FFF2-40B4-BE49-F238E27FC236}">
                    <a16:creationId xmlns:a16="http://schemas.microsoft.com/office/drawing/2014/main" id="{8477E0BD-F61A-594C-8419-6BA64D7DF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4" cy="97303"/>
              </a:xfrm>
              <a:custGeom>
                <a:avLst/>
                <a:gdLst>
                  <a:gd name="T0" fmla="*/ 236994 w 1348191"/>
                  <a:gd name="T1" fmla="*/ 0 h 791462"/>
                  <a:gd name="T2" fmla="*/ 240274 w 1348191"/>
                  <a:gd name="T3" fmla="*/ 46954 h 791462"/>
                  <a:gd name="T4" fmla="*/ 86925 w 1348191"/>
                  <a:gd name="T5" fmla="*/ 97303 h 791462"/>
                  <a:gd name="T6" fmla="*/ 0 w 1348191"/>
                  <a:gd name="T7" fmla="*/ 75240 h 791462"/>
                  <a:gd name="T8" fmla="*/ 23699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53F7848D-82FC-7641-AC58-517C9B2FB854}"/>
                  </a:ext>
                </a:extLst>
              </p:cNvPr>
              <p:cNvCxnSpPr>
                <a:cxnSpLocks noChangeShapeType="1"/>
                <a:endCxn id="1082" idx="2"/>
              </p:cNvCxnSpPr>
              <p:nvPr/>
            </p:nvCxnSpPr>
            <p:spPr bwMode="auto">
              <a:xfrm flipH="1" flipV="1">
                <a:off x="1871277" y="1736563"/>
                <a:ext cx="3042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EA830BBF-D185-DB42-96F5-34C5273F4B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6" y="1733700"/>
                <a:ext cx="3042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89" name="Group 347">
              <a:extLst>
                <a:ext uri="{FF2B5EF4-FFF2-40B4-BE49-F238E27FC236}">
                  <a16:creationId xmlns:a16="http://schemas.microsoft.com/office/drawing/2014/main" id="{B6A937C7-17A9-A648-A780-A8D67F224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593" y="6302444"/>
              <a:ext cx="588962" cy="242887"/>
              <a:chOff x="1871277" y="1576300"/>
              <a:chExt cx="1128371" cy="437861"/>
            </a:xfrm>
          </p:grpSpPr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21A30E2F-9F7B-DC47-908B-38849C8FE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368E56E7-1038-F843-8824-9F2406D135D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2" name="Oval 1091">
                <a:extLst>
                  <a:ext uri="{FF2B5EF4-FFF2-40B4-BE49-F238E27FC236}">
                    <a16:creationId xmlns:a16="http://schemas.microsoft.com/office/drawing/2014/main" id="{5E09C5D1-4489-9245-906B-AB737B65B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3" name="Freeform 1092">
                <a:extLst>
                  <a:ext uri="{FF2B5EF4-FFF2-40B4-BE49-F238E27FC236}">
                    <a16:creationId xmlns:a16="http://schemas.microsoft.com/office/drawing/2014/main" id="{60675A58-4EA5-F645-8293-8D562D37C4A7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4" name="Freeform 1093">
                <a:extLst>
                  <a:ext uri="{FF2B5EF4-FFF2-40B4-BE49-F238E27FC236}">
                    <a16:creationId xmlns:a16="http://schemas.microsoft.com/office/drawing/2014/main" id="{936A0061-F839-A048-9329-4BA74387A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5" name="Freeform 1094">
                <a:extLst>
                  <a:ext uri="{FF2B5EF4-FFF2-40B4-BE49-F238E27FC236}">
                    <a16:creationId xmlns:a16="http://schemas.microsoft.com/office/drawing/2014/main" id="{5010EAA9-D9FE-B348-B497-E58DC4A70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6" name="Freeform 1095">
                <a:extLst>
                  <a:ext uri="{FF2B5EF4-FFF2-40B4-BE49-F238E27FC236}">
                    <a16:creationId xmlns:a16="http://schemas.microsoft.com/office/drawing/2014/main" id="{E2301F16-3352-1848-BBB4-2365D15D0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D853D2D6-514A-9847-BBC3-2AE928C8DAFB}"/>
                  </a:ext>
                </a:extLst>
              </p:cNvPr>
              <p:cNvCxnSpPr>
                <a:cxnSpLocks noChangeShapeType="1"/>
                <a:endCxn id="109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0F7465E9-0BFE-964B-AB98-F93DD82101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99" name="Group 347">
              <a:extLst>
                <a:ext uri="{FF2B5EF4-FFF2-40B4-BE49-F238E27FC236}">
                  <a16:creationId xmlns:a16="http://schemas.microsoft.com/office/drawing/2014/main" id="{B1B48B52-0F33-0442-B024-9A681DC9E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2918" y="6394519"/>
              <a:ext cx="588962" cy="242887"/>
              <a:chOff x="1871277" y="1576300"/>
              <a:chExt cx="1128371" cy="437861"/>
            </a:xfrm>
          </p:grpSpPr>
          <p:sp>
            <p:nvSpPr>
              <p:cNvPr id="1100" name="Oval 1099">
                <a:extLst>
                  <a:ext uri="{FF2B5EF4-FFF2-40B4-BE49-F238E27FC236}">
                    <a16:creationId xmlns:a16="http://schemas.microsoft.com/office/drawing/2014/main" id="{B2DB57CB-08BD-2F4D-A7ED-38936BBFA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C5A9C96D-A2BA-754F-A882-52122EB391B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2" name="Oval 1101">
                <a:extLst>
                  <a:ext uri="{FF2B5EF4-FFF2-40B4-BE49-F238E27FC236}">
                    <a16:creationId xmlns:a16="http://schemas.microsoft.com/office/drawing/2014/main" id="{83C4800F-B303-9446-B339-EF2E78D32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3" name="Freeform 1102">
                <a:extLst>
                  <a:ext uri="{FF2B5EF4-FFF2-40B4-BE49-F238E27FC236}">
                    <a16:creationId xmlns:a16="http://schemas.microsoft.com/office/drawing/2014/main" id="{8248D620-997C-1B4D-A023-5CD8220FC4D0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4" name="Freeform 1103">
                <a:extLst>
                  <a:ext uri="{FF2B5EF4-FFF2-40B4-BE49-F238E27FC236}">
                    <a16:creationId xmlns:a16="http://schemas.microsoft.com/office/drawing/2014/main" id="{906FE13D-AC05-AA42-853B-9FAC9CA25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5" name="Freeform 1104">
                <a:extLst>
                  <a:ext uri="{FF2B5EF4-FFF2-40B4-BE49-F238E27FC236}">
                    <a16:creationId xmlns:a16="http://schemas.microsoft.com/office/drawing/2014/main" id="{DE4AB67E-E389-E747-AA8A-F557E3BDB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6" name="Freeform 1105">
                <a:extLst>
                  <a:ext uri="{FF2B5EF4-FFF2-40B4-BE49-F238E27FC236}">
                    <a16:creationId xmlns:a16="http://schemas.microsoft.com/office/drawing/2014/main" id="{A18C8CAC-63E9-E248-8397-1346071A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73BEE8CD-92EF-AB4A-9223-19BD5734C8CF}"/>
                  </a:ext>
                </a:extLst>
              </p:cNvPr>
              <p:cNvCxnSpPr>
                <a:cxnSpLocks noChangeShapeType="1"/>
                <a:endCxn id="110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5BC61A72-737C-4F4F-802A-7DAAF663B4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39" name="Group 1">
              <a:extLst>
                <a:ext uri="{FF2B5EF4-FFF2-40B4-BE49-F238E27FC236}">
                  <a16:creationId xmlns:a16="http://schemas.microsoft.com/office/drawing/2014/main" id="{A228ACC2-6157-BF41-88C3-0A08641726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7493" y="5652658"/>
              <a:ext cx="2698750" cy="818062"/>
              <a:chOff x="938213" y="5322389"/>
              <a:chExt cx="2698750" cy="818061"/>
            </a:xfrm>
          </p:grpSpPr>
          <p:cxnSp>
            <p:nvCxnSpPr>
              <p:cNvPr id="1140" name="Straight Connector 1139">
                <a:extLst>
                  <a:ext uri="{FF2B5EF4-FFF2-40B4-BE49-F238E27FC236}">
                    <a16:creationId xmlns:a16="http://schemas.microsoft.com/office/drawing/2014/main" id="{CB924182-B4D8-0F43-97E1-646C4E72A083}"/>
                  </a:ext>
                </a:extLst>
              </p:cNvPr>
              <p:cNvCxnSpPr/>
              <p:nvPr/>
            </p:nvCxnSpPr>
            <p:spPr>
              <a:xfrm flipH="1">
                <a:off x="1282700" y="5802312"/>
                <a:ext cx="1508125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141" name="TextBox 265">
                <a:extLst>
                  <a:ext uri="{FF2B5EF4-FFF2-40B4-BE49-F238E27FC236}">
                    <a16:creationId xmlns:a16="http://schemas.microsoft.com/office/drawing/2014/main" id="{CFD0B0F1-D70C-5245-B37A-C9A4ABCBE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813" y="5473700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1142" name="TextBox 281">
                <a:extLst>
                  <a:ext uri="{FF2B5EF4-FFF2-40B4-BE49-F238E27FC236}">
                    <a16:creationId xmlns:a16="http://schemas.microsoft.com/office/drawing/2014/main" id="{6C507E5B-C87D-FA46-A331-4ABAB6B8A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38" y="5761038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  <p:grpSp>
            <p:nvGrpSpPr>
              <p:cNvPr id="1143" name="Group 5">
                <a:extLst>
                  <a:ext uri="{FF2B5EF4-FFF2-40B4-BE49-F238E27FC236}">
                    <a16:creationId xmlns:a16="http://schemas.microsoft.com/office/drawing/2014/main" id="{1A707F03-E0B2-FF48-9597-B751067AD9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8213" y="5322389"/>
                <a:ext cx="1616075" cy="402139"/>
                <a:chOff x="-4079003" y="2802821"/>
                <a:chExt cx="1616718" cy="403057"/>
              </a:xfrm>
            </p:grpSpPr>
            <p:sp>
              <p:nvSpPr>
                <p:cNvPr id="1157" name="Rectangle 98">
                  <a:extLst>
                    <a:ext uri="{FF2B5EF4-FFF2-40B4-BE49-F238E27FC236}">
                      <a16:creationId xmlns:a16="http://schemas.microsoft.com/office/drawing/2014/main" id="{CA6EA6FC-3469-1A42-8A1A-7ABEC47FF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079003" y="2985994"/>
                  <a:ext cx="1281675" cy="208750"/>
                </a:xfrm>
                <a:prstGeom prst="rect">
                  <a:avLst/>
                </a:prstGeom>
                <a:solidFill>
                  <a:srgbClr val="3333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8" name="Line 99">
                  <a:extLst>
                    <a:ext uri="{FF2B5EF4-FFF2-40B4-BE49-F238E27FC236}">
                      <a16:creationId xmlns:a16="http://schemas.microsoft.com/office/drawing/2014/main" id="{8B52FDA0-6129-4D4D-AB34-6E31B5746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2933828" y="3101502"/>
                  <a:ext cx="471543" cy="0"/>
                </a:xfrm>
                <a:prstGeom prst="line">
                  <a:avLst/>
                </a:prstGeom>
                <a:noFill/>
                <a:ln w="9525">
                  <a:solidFill>
                    <a:srgbClr val="3333CC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9" name="Rectangle 104">
                  <a:extLst>
                    <a:ext uri="{FF2B5EF4-FFF2-40B4-BE49-F238E27FC236}">
                      <a16:creationId xmlns:a16="http://schemas.microsoft.com/office/drawing/2014/main" id="{EF6D77F4-B510-3541-9758-82FBBD823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77007" y="2988777"/>
                  <a:ext cx="476861" cy="21014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60" name="Text Box 105">
                  <a:extLst>
                    <a:ext uri="{FF2B5EF4-FFF2-40B4-BE49-F238E27FC236}">
                      <a16:creationId xmlns:a16="http://schemas.microsoft.com/office/drawing/2014/main" id="{2AE0900E-8A8F-4A4D-BB87-414DFE5E1C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430189" y="2965119"/>
                  <a:ext cx="581451" cy="240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0111</a:t>
                  </a:r>
                </a:p>
              </p:txBody>
            </p:sp>
            <p:sp>
              <p:nvSpPr>
                <p:cNvPr id="1161" name="Line 119">
                  <a:extLst>
                    <a:ext uri="{FF2B5EF4-FFF2-40B4-BE49-F238E27FC236}">
                      <a16:creationId xmlns:a16="http://schemas.microsoft.com/office/drawing/2014/main" id="{5B21AE9C-8AC8-434E-B3D3-DDFB36C485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3940114" y="2802821"/>
                  <a:ext cx="724425" cy="215182"/>
                </a:xfrm>
                <a:prstGeom prst="line">
                  <a:avLst/>
                </a:prstGeom>
                <a:noFill/>
                <a:ln w="15875">
                  <a:solidFill>
                    <a:srgbClr val="C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45" name="Group 357">
                <a:extLst>
                  <a:ext uri="{FF2B5EF4-FFF2-40B4-BE49-F238E27FC236}">
                    <a16:creationId xmlns:a16="http://schemas.microsoft.com/office/drawing/2014/main" id="{4D59E87F-CE51-5F46-B516-9F402F558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4625" y="5659438"/>
                <a:ext cx="565150" cy="293687"/>
                <a:chOff x="1871277" y="1576300"/>
                <a:chExt cx="1128371" cy="437861"/>
              </a:xfrm>
            </p:grpSpPr>
            <p:sp>
              <p:nvSpPr>
                <p:cNvPr id="1147" name="Oval 1146">
                  <a:extLst>
                    <a:ext uri="{FF2B5EF4-FFF2-40B4-BE49-F238E27FC236}">
                      <a16:creationId xmlns:a16="http://schemas.microsoft.com/office/drawing/2014/main" id="{47BEE802-D705-FB42-955E-D825A1B51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448" y="1694641"/>
                  <a:ext cx="1125200" cy="3195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A0A9F0A0-D85B-BC44-809E-0D44746B1886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Oval 1148">
                  <a:extLst>
                    <a:ext uri="{FF2B5EF4-FFF2-40B4-BE49-F238E27FC236}">
                      <a16:creationId xmlns:a16="http://schemas.microsoft.com/office/drawing/2014/main" id="{E6E2E4DB-C182-5947-9544-5CA42AF8D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6300"/>
                  <a:ext cx="1125202" cy="31952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0" name="Freeform 1149">
                  <a:extLst>
                    <a:ext uri="{FF2B5EF4-FFF2-40B4-BE49-F238E27FC236}">
                      <a16:creationId xmlns:a16="http://schemas.microsoft.com/office/drawing/2014/main" id="{826516FA-D90F-FF4F-86C3-EABFADEC3BBB}"/>
                    </a:ext>
                  </a:extLst>
                </p:cNvPr>
                <p:cNvSpPr/>
                <p:nvPr/>
              </p:nvSpPr>
              <p:spPr bwMode="auto">
                <a:xfrm>
                  <a:off x="2159710" y="1673340"/>
                  <a:ext cx="548337" cy="160944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150">
                  <a:extLst>
                    <a:ext uri="{FF2B5EF4-FFF2-40B4-BE49-F238E27FC236}">
                      <a16:creationId xmlns:a16="http://schemas.microsoft.com/office/drawing/2014/main" id="{8B23C2D3-E371-5547-9057-B35E626AB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657" y="1633104"/>
                  <a:ext cx="662442" cy="111241"/>
                </a:xfrm>
                <a:custGeom>
                  <a:avLst/>
                  <a:gdLst>
                    <a:gd name="T0" fmla="*/ 0 w 3723451"/>
                    <a:gd name="T1" fmla="*/ 27215 h 932950"/>
                    <a:gd name="T2" fmla="*/ 116561 w 3723451"/>
                    <a:gd name="T3" fmla="*/ 321 h 932950"/>
                    <a:gd name="T4" fmla="*/ 330163 w 3723451"/>
                    <a:gd name="T5" fmla="*/ 62070 h 932950"/>
                    <a:gd name="T6" fmla="*/ 533941 w 3723451"/>
                    <a:gd name="T7" fmla="*/ 0 h 932950"/>
                    <a:gd name="T8" fmla="*/ 662442 w 3723451"/>
                    <a:gd name="T9" fmla="*/ 24700 h 932950"/>
                    <a:gd name="T10" fmla="*/ 566838 w 3723451"/>
                    <a:gd name="T11" fmla="*/ 55072 h 932950"/>
                    <a:gd name="T12" fmla="*/ 536057 w 3723451"/>
                    <a:gd name="T13" fmla="*/ 46883 h 932950"/>
                    <a:gd name="T14" fmla="*/ 333916 w 3723451"/>
                    <a:gd name="T15" fmla="*/ 111241 h 932950"/>
                    <a:gd name="T16" fmla="*/ 126604 w 3723451"/>
                    <a:gd name="T17" fmla="*/ 49251 h 932950"/>
                    <a:gd name="T18" fmla="*/ 93085 w 3723451"/>
                    <a:gd name="T19" fmla="*/ 55941 h 932950"/>
                    <a:gd name="T20" fmla="*/ 0 w 3723451"/>
                    <a:gd name="T21" fmla="*/ 2721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2" name="Freeform 1151">
                  <a:extLst>
                    <a:ext uri="{FF2B5EF4-FFF2-40B4-BE49-F238E27FC236}">
                      <a16:creationId xmlns:a16="http://schemas.microsoft.com/office/drawing/2014/main" id="{2DEA8715-4603-7449-BB4D-351CFEF75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89" y="1727776"/>
                  <a:ext cx="244059" cy="9704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4059 w 1366596"/>
                    <a:gd name="T3" fmla="*/ 74985 h 809868"/>
                    <a:gd name="T4" fmla="*/ 154488 w 1366596"/>
                    <a:gd name="T5" fmla="*/ 97040 h 809868"/>
                    <a:gd name="T6" fmla="*/ 822 w 1366596"/>
                    <a:gd name="T7" fmla="*/ 5127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3" name="Freeform 1152">
                  <a:extLst>
                    <a:ext uri="{FF2B5EF4-FFF2-40B4-BE49-F238E27FC236}">
                      <a16:creationId xmlns:a16="http://schemas.microsoft.com/office/drawing/2014/main" id="{72F5390F-6421-6840-94BC-D15B70623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9979" y="1730144"/>
                  <a:ext cx="240888" cy="97039"/>
                </a:xfrm>
                <a:custGeom>
                  <a:avLst/>
                  <a:gdLst>
                    <a:gd name="T0" fmla="*/ 237599 w 1348191"/>
                    <a:gd name="T1" fmla="*/ 0 h 791462"/>
                    <a:gd name="T2" fmla="*/ 240888 w 1348191"/>
                    <a:gd name="T3" fmla="*/ 46827 h 791462"/>
                    <a:gd name="T4" fmla="*/ 87147 w 1348191"/>
                    <a:gd name="T5" fmla="*/ 97039 h 791462"/>
                    <a:gd name="T6" fmla="*/ 0 w 1348191"/>
                    <a:gd name="T7" fmla="*/ 75036 h 791462"/>
                    <a:gd name="T8" fmla="*/ 237599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154" name="Straight Connector 1153">
                  <a:extLst>
                    <a:ext uri="{FF2B5EF4-FFF2-40B4-BE49-F238E27FC236}">
                      <a16:creationId xmlns:a16="http://schemas.microsoft.com/office/drawing/2014/main" id="{34E68527-C12C-5248-A62C-D72D4BEC928A}"/>
                    </a:ext>
                  </a:extLst>
                </p:cNvPr>
                <p:cNvCxnSpPr>
                  <a:cxnSpLocks noChangeShapeType="1"/>
                  <a:endCxn id="1149" idx="2"/>
                </p:cNvCxnSpPr>
                <p:nvPr/>
              </p:nvCxnSpPr>
              <p:spPr bwMode="auto">
                <a:xfrm flipH="1" flipV="1">
                  <a:off x="1871277" y="1737244"/>
                  <a:ext cx="3171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55" name="Straight Connector 1154">
                  <a:extLst>
                    <a:ext uri="{FF2B5EF4-FFF2-40B4-BE49-F238E27FC236}">
                      <a16:creationId xmlns:a16="http://schemas.microsoft.com/office/drawing/2014/main" id="{475CE0A8-F910-FF45-A479-96A5E48ACF2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479" y="1734878"/>
                  <a:ext cx="3169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146" name="TextBox 282">
                <a:extLst>
                  <a:ext uri="{FF2B5EF4-FFF2-40B4-BE49-F238E27FC236}">
                    <a16:creationId xmlns:a16="http://schemas.microsoft.com/office/drawing/2014/main" id="{4B460814-1FB2-5F46-A167-2E252688D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638" y="5862638"/>
                <a:ext cx="261937" cy="277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  <p:sp>
            <p:nvSpPr>
              <p:cNvPr id="1144" name="Freeform 120">
                <a:extLst>
                  <a:ext uri="{FF2B5EF4-FFF2-40B4-BE49-F238E27FC236}">
                    <a16:creationId xmlns:a16="http://schemas.microsoft.com/office/drawing/2014/main" id="{7959F5AF-96CF-CD42-95A7-B320D466F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5668963"/>
                <a:ext cx="982662" cy="233362"/>
              </a:xfrm>
              <a:custGeom>
                <a:avLst/>
                <a:gdLst>
                  <a:gd name="T0" fmla="*/ 0 w 554"/>
                  <a:gd name="T1" fmla="*/ 2147483647 h 167"/>
                  <a:gd name="T2" fmla="*/ 2147483647 w 554"/>
                  <a:gd name="T3" fmla="*/ 2147483647 h 167"/>
                  <a:gd name="T4" fmla="*/ 2147483647 w 554"/>
                  <a:gd name="T5" fmla="*/ 2147483647 h 167"/>
                  <a:gd name="T6" fmla="*/ 0 60000 65536"/>
                  <a:gd name="T7" fmla="*/ 0 60000 65536"/>
                  <a:gd name="T8" fmla="*/ 0 60000 65536"/>
                  <a:gd name="T9" fmla="*/ 0 w 554"/>
                  <a:gd name="T10" fmla="*/ 0 h 167"/>
                  <a:gd name="T11" fmla="*/ 554 w 554"/>
                  <a:gd name="T12" fmla="*/ 167 h 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4" h="167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w="57150" cmpd="sng">
                <a:solidFill>
                  <a:srgbClr val="FF33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62" name="TextBox 6">
              <a:extLst>
                <a:ext uri="{FF2B5EF4-FFF2-40B4-BE49-F238E27FC236}">
                  <a16:creationId xmlns:a16="http://schemas.microsoft.com/office/drawing/2014/main" id="{21D1826E-E3E7-E445-9FFB-A565D9A2A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2488" y="5470630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9543"/>
            <a:ext cx="10847119" cy="894622"/>
          </a:xfrm>
        </p:spPr>
        <p:txBody>
          <a:bodyPr>
            <a:normAutofit/>
          </a:bodyPr>
          <a:lstStyle/>
          <a:p>
            <a:r>
              <a:rPr lang="en-US" altLang="en-US" sz="4800" b="0" dirty="0">
                <a:solidFill>
                  <a:srgbClr val="000099"/>
                </a:solidFill>
                <a:latin typeface="+mn-lt"/>
                <a:cs typeface="Arial" panose="020B0604020202020204" pitchFamily="34" charset="0"/>
              </a:rPr>
              <a:t>Generalized forwarding: match plus action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174" y="1217384"/>
            <a:ext cx="1125965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Review: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router contains a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table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5720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“match plus action”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abstraction: match bits in arriving packet, take action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A1230D-A91E-6143-A1BD-6E58E7FDBB95}"/>
              </a:ext>
            </a:extLst>
          </p:cNvPr>
          <p:cNvGrpSpPr/>
          <p:nvPr/>
        </p:nvGrpSpPr>
        <p:grpSpPr>
          <a:xfrm>
            <a:off x="3590654" y="4136605"/>
            <a:ext cx="5200655" cy="2273665"/>
            <a:chOff x="3590654" y="4136605"/>
            <a:chExt cx="5200655" cy="22736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DFFE27-3F70-6243-BA21-8DE3EBD8025C}"/>
                </a:ext>
              </a:extLst>
            </p:cNvPr>
            <p:cNvGrpSpPr/>
            <p:nvPr/>
          </p:nvGrpSpPr>
          <p:grpSpPr>
            <a:xfrm>
              <a:off x="3590654" y="4136605"/>
              <a:ext cx="1298579" cy="1913670"/>
              <a:chOff x="3590654" y="4136605"/>
              <a:chExt cx="1298579" cy="1913670"/>
            </a:xfrm>
          </p:grpSpPr>
          <p:sp>
            <p:nvSpPr>
              <p:cNvPr id="927" name="Freeform 926">
                <a:extLst>
                  <a:ext uri="{FF2B5EF4-FFF2-40B4-BE49-F238E27FC236}">
                    <a16:creationId xmlns:a16="http://schemas.microsoft.com/office/drawing/2014/main" id="{875BCAC4-B573-D54B-BF32-094096F89D98}"/>
                  </a:ext>
                </a:extLst>
              </p:cNvPr>
              <p:cNvSpPr/>
              <p:nvPr/>
            </p:nvSpPr>
            <p:spPr bwMode="auto">
              <a:xfrm>
                <a:off x="3608120" y="5291450"/>
                <a:ext cx="1281113" cy="758825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3610169" y="4392826"/>
                <a:ext cx="1027113" cy="44728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0654" y="5050151"/>
                <a:ext cx="1035050" cy="360363"/>
                <a:chOff x="4129067" y="3606966"/>
                <a:chExt cx="567968" cy="338045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30589" y="3720144"/>
                  <a:ext cx="566445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3592076" y="4851683"/>
                <a:ext cx="1028700" cy="336579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id="{D3ADC60A-D45A-1346-84AC-B4714AE1CB2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609708" y="5243825"/>
                <a:ext cx="0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id="{8C732665-0AF3-514A-8491-058D584AA66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625708" y="4396154"/>
                <a:ext cx="0" cy="80639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9241" y="4136605"/>
                <a:ext cx="1019909" cy="39912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E67B7110-869C-734E-A391-2DDC0CCD43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607035" y="4388133"/>
                <a:ext cx="0" cy="80639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3C97C5E-8F3D-B348-9E9A-3D250616B623}"/>
                </a:ext>
              </a:extLst>
            </p:cNvPr>
            <p:cNvGrpSpPr/>
            <p:nvPr/>
          </p:nvGrpSpPr>
          <p:grpSpPr>
            <a:xfrm>
              <a:off x="5292458" y="4247514"/>
              <a:ext cx="573087" cy="2162756"/>
              <a:chOff x="5292458" y="4247514"/>
              <a:chExt cx="573087" cy="2162756"/>
            </a:xfrm>
          </p:grpSpPr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E78920D8-D684-1642-B41B-2CC538B9202E}"/>
                  </a:ext>
                </a:extLst>
              </p:cNvPr>
              <p:cNvSpPr/>
              <p:nvPr/>
            </p:nvSpPr>
            <p:spPr bwMode="auto">
              <a:xfrm>
                <a:off x="5292458" y="5394637"/>
                <a:ext cx="573087" cy="101563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  <a:gd name="connsiteX0" fmla="*/ 323648 w 574100"/>
                  <a:gd name="connsiteY0" fmla="*/ 1001558 h 1015510"/>
                  <a:gd name="connsiteX1" fmla="*/ 0 w 574100"/>
                  <a:gd name="connsiteY1" fmla="*/ 4757 h 1015510"/>
                  <a:gd name="connsiteX2" fmla="*/ 502783 w 574100"/>
                  <a:gd name="connsiteY2" fmla="*/ 0 h 1015510"/>
                  <a:gd name="connsiteX3" fmla="*/ 574100 w 574100"/>
                  <a:gd name="connsiteY3" fmla="*/ 1014877 h 1015510"/>
                  <a:gd name="connsiteX4" fmla="*/ 323648 w 574100"/>
                  <a:gd name="connsiteY4" fmla="*/ 1001558 h 1015510"/>
                  <a:gd name="connsiteX0" fmla="*/ 323648 w 574100"/>
                  <a:gd name="connsiteY0" fmla="*/ 1001558 h 1015194"/>
                  <a:gd name="connsiteX1" fmla="*/ 0 w 574100"/>
                  <a:gd name="connsiteY1" fmla="*/ 4757 h 1015194"/>
                  <a:gd name="connsiteX2" fmla="*/ 502783 w 574100"/>
                  <a:gd name="connsiteY2" fmla="*/ 0 h 1015194"/>
                  <a:gd name="connsiteX3" fmla="*/ 574100 w 574100"/>
                  <a:gd name="connsiteY3" fmla="*/ 1014877 h 1015194"/>
                  <a:gd name="connsiteX4" fmla="*/ 323648 w 574100"/>
                  <a:gd name="connsiteY4" fmla="*/ 1001558 h 1015194"/>
                  <a:gd name="connsiteX0" fmla="*/ 323648 w 574100"/>
                  <a:gd name="connsiteY0" fmla="*/ 1001558 h 1014877"/>
                  <a:gd name="connsiteX1" fmla="*/ 0 w 574100"/>
                  <a:gd name="connsiteY1" fmla="*/ 4757 h 1014877"/>
                  <a:gd name="connsiteX2" fmla="*/ 502783 w 574100"/>
                  <a:gd name="connsiteY2" fmla="*/ 0 h 1014877"/>
                  <a:gd name="connsiteX3" fmla="*/ 574100 w 574100"/>
                  <a:gd name="connsiteY3" fmla="*/ 1014877 h 1014877"/>
                  <a:gd name="connsiteX4" fmla="*/ 323648 w 574100"/>
                  <a:gd name="connsiteY4" fmla="*/ 1001558 h 1014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4877">
                    <a:moveTo>
                      <a:pt x="323648" y="1001558"/>
                    </a:moveTo>
                    <a:cubicBezTo>
                      <a:pt x="144359" y="448953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92318" y="996974"/>
                      <a:pt x="472137" y="977884"/>
                      <a:pt x="323648" y="100155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5300268" y="4416668"/>
                <a:ext cx="498084" cy="353991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855E433C-9E28-D243-A7F8-5DC166631717}"/>
                  </a:ext>
                </a:extLst>
              </p:cNvPr>
              <p:cNvCxnSpPr>
                <a:cxnSpLocks/>
                <a:stCxn id="1004" idx="3"/>
              </p:cNvCxnSpPr>
              <p:nvPr/>
            </p:nvCxnSpPr>
            <p:spPr bwMode="auto">
              <a:xfrm>
                <a:off x="5798598" y="4376078"/>
                <a:ext cx="11386" cy="96934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02369" y="5271607"/>
                <a:ext cx="507588" cy="221730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5303570" y="4851684"/>
                <a:ext cx="496888" cy="49691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3926DE25-E9FB-D540-98B7-27C7DBB56A43}"/>
                  </a:ext>
                </a:extLst>
              </p:cNvPr>
              <p:cNvCxnSpPr>
                <a:cxnSpLocks/>
                <a:stCxn id="1003" idx="2"/>
              </p:cNvCxnSpPr>
              <p:nvPr/>
            </p:nvCxnSpPr>
            <p:spPr bwMode="auto">
              <a:xfrm flipH="1">
                <a:off x="5297221" y="4407034"/>
                <a:ext cx="4739" cy="103205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99734" y="4247514"/>
                <a:ext cx="498793" cy="248286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711EF0F-FDD8-CC4B-B701-3F459FFDE65F}"/>
                </a:ext>
              </a:extLst>
            </p:cNvPr>
            <p:cNvGrpSpPr/>
            <p:nvPr/>
          </p:nvGrpSpPr>
          <p:grpSpPr>
            <a:xfrm>
              <a:off x="6071920" y="4247514"/>
              <a:ext cx="520674" cy="1626550"/>
              <a:chOff x="6071920" y="4247514"/>
              <a:chExt cx="520674" cy="1626550"/>
            </a:xfrm>
          </p:grpSpPr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BD4E8E8A-5281-2546-8825-0786245B15DA}"/>
                  </a:ext>
                </a:extLst>
              </p:cNvPr>
              <p:cNvSpPr/>
              <p:nvPr/>
            </p:nvSpPr>
            <p:spPr bwMode="auto">
              <a:xfrm>
                <a:off x="6071920" y="5431150"/>
                <a:ext cx="514350" cy="442914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  <a:gd name="connsiteX0" fmla="*/ 100781 w 514180"/>
                  <a:gd name="connsiteY0" fmla="*/ 402193 h 425001"/>
                  <a:gd name="connsiteX1" fmla="*/ 0 w 514180"/>
                  <a:gd name="connsiteY1" fmla="*/ 0 h 425001"/>
                  <a:gd name="connsiteX2" fmla="*/ 514180 w 514180"/>
                  <a:gd name="connsiteY2" fmla="*/ 10891 h 425001"/>
                  <a:gd name="connsiteX3" fmla="*/ 448695 w 514180"/>
                  <a:gd name="connsiteY3" fmla="*/ 424553 h 425001"/>
                  <a:gd name="connsiteX4" fmla="*/ 100781 w 514180"/>
                  <a:gd name="connsiteY4" fmla="*/ 402193 h 425001"/>
                  <a:gd name="connsiteX0" fmla="*/ 100781 w 514180"/>
                  <a:gd name="connsiteY0" fmla="*/ 402193 h 425001"/>
                  <a:gd name="connsiteX1" fmla="*/ 0 w 514180"/>
                  <a:gd name="connsiteY1" fmla="*/ 0 h 425001"/>
                  <a:gd name="connsiteX2" fmla="*/ 514180 w 514180"/>
                  <a:gd name="connsiteY2" fmla="*/ 10891 h 425001"/>
                  <a:gd name="connsiteX3" fmla="*/ 448695 w 514180"/>
                  <a:gd name="connsiteY3" fmla="*/ 424553 h 425001"/>
                  <a:gd name="connsiteX4" fmla="*/ 100781 w 514180"/>
                  <a:gd name="connsiteY4" fmla="*/ 402193 h 425001"/>
                  <a:gd name="connsiteX0" fmla="*/ 100781 w 514180"/>
                  <a:gd name="connsiteY0" fmla="*/ 402193 h 424553"/>
                  <a:gd name="connsiteX1" fmla="*/ 0 w 514180"/>
                  <a:gd name="connsiteY1" fmla="*/ 0 h 424553"/>
                  <a:gd name="connsiteX2" fmla="*/ 514180 w 514180"/>
                  <a:gd name="connsiteY2" fmla="*/ 10891 h 424553"/>
                  <a:gd name="connsiteX3" fmla="*/ 448695 w 514180"/>
                  <a:gd name="connsiteY3" fmla="*/ 424553 h 424553"/>
                  <a:gd name="connsiteX4" fmla="*/ 100781 w 514180"/>
                  <a:gd name="connsiteY4" fmla="*/ 402193 h 424553"/>
                  <a:gd name="connsiteX0" fmla="*/ 110303 w 514180"/>
                  <a:gd name="connsiteY0" fmla="*/ 443525 h 443525"/>
                  <a:gd name="connsiteX1" fmla="*/ 0 w 514180"/>
                  <a:gd name="connsiteY1" fmla="*/ 0 h 443525"/>
                  <a:gd name="connsiteX2" fmla="*/ 514180 w 514180"/>
                  <a:gd name="connsiteY2" fmla="*/ 10891 h 443525"/>
                  <a:gd name="connsiteX3" fmla="*/ 448695 w 514180"/>
                  <a:gd name="connsiteY3" fmla="*/ 424553 h 443525"/>
                  <a:gd name="connsiteX4" fmla="*/ 110303 w 514180"/>
                  <a:gd name="connsiteY4" fmla="*/ 443525 h 443525"/>
                  <a:gd name="connsiteX0" fmla="*/ 110303 w 514180"/>
                  <a:gd name="connsiteY0" fmla="*/ 443525 h 443525"/>
                  <a:gd name="connsiteX1" fmla="*/ 0 w 514180"/>
                  <a:gd name="connsiteY1" fmla="*/ 0 h 443525"/>
                  <a:gd name="connsiteX2" fmla="*/ 514180 w 514180"/>
                  <a:gd name="connsiteY2" fmla="*/ 10891 h 443525"/>
                  <a:gd name="connsiteX3" fmla="*/ 448695 w 514180"/>
                  <a:gd name="connsiteY3" fmla="*/ 424553 h 443525"/>
                  <a:gd name="connsiteX4" fmla="*/ 110303 w 514180"/>
                  <a:gd name="connsiteY4" fmla="*/ 443525 h 443525"/>
                  <a:gd name="connsiteX0" fmla="*/ 110303 w 514180"/>
                  <a:gd name="connsiteY0" fmla="*/ 443525 h 443525"/>
                  <a:gd name="connsiteX1" fmla="*/ 0 w 514180"/>
                  <a:gd name="connsiteY1" fmla="*/ 0 h 443525"/>
                  <a:gd name="connsiteX2" fmla="*/ 514180 w 514180"/>
                  <a:gd name="connsiteY2" fmla="*/ 10891 h 443525"/>
                  <a:gd name="connsiteX3" fmla="*/ 448695 w 514180"/>
                  <a:gd name="connsiteY3" fmla="*/ 424553 h 443525"/>
                  <a:gd name="connsiteX4" fmla="*/ 110303 w 514180"/>
                  <a:gd name="connsiteY4" fmla="*/ 443525 h 44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43525">
                    <a:moveTo>
                      <a:pt x="110303" y="443525"/>
                    </a:moveTo>
                    <a:cubicBezTo>
                      <a:pt x="70106" y="235553"/>
                      <a:pt x="112501" y="273531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56724" y="233015"/>
                      <a:pt x="448695" y="424553"/>
                    </a:cubicBezTo>
                    <a:cubicBezTo>
                      <a:pt x="373684" y="393884"/>
                      <a:pt x="178402" y="416624"/>
                      <a:pt x="110303" y="44352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6074112" y="4416669"/>
                <a:ext cx="498084" cy="3644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20B4E373-A127-2049-BBD2-5D8AFBDD7F00}"/>
                  </a:ext>
                </a:extLst>
              </p:cNvPr>
              <p:cNvCxnSpPr>
                <a:cxnSpLocks/>
                <a:stCxn id="983" idx="6"/>
              </p:cNvCxnSpPr>
              <p:nvPr/>
            </p:nvCxnSpPr>
            <p:spPr bwMode="auto">
              <a:xfrm>
                <a:off x="6572320" y="4407033"/>
                <a:ext cx="15904" cy="9431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85006" y="5276371"/>
                <a:ext cx="507588" cy="221730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6086208" y="4886407"/>
                <a:ext cx="496887" cy="46695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7CCAB184-9AE2-7B4C-80D2-9640964D0371}"/>
                  </a:ext>
                </a:extLst>
              </p:cNvPr>
              <p:cNvCxnSpPr>
                <a:cxnSpLocks/>
                <a:stCxn id="984" idx="1"/>
              </p:cNvCxnSpPr>
              <p:nvPr/>
            </p:nvCxnSpPr>
            <p:spPr bwMode="auto">
              <a:xfrm>
                <a:off x="6074234" y="4376077"/>
                <a:ext cx="1229" cy="106777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73579" y="4247514"/>
                <a:ext cx="498671" cy="248286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88D8C64-AC3A-F247-8A7E-ED72D25D2B45}"/>
                </a:ext>
              </a:extLst>
            </p:cNvPr>
            <p:cNvGrpSpPr/>
            <p:nvPr/>
          </p:nvGrpSpPr>
          <p:grpSpPr>
            <a:xfrm>
              <a:off x="7108559" y="4371657"/>
              <a:ext cx="687386" cy="1948701"/>
              <a:chOff x="7108559" y="4371657"/>
              <a:chExt cx="687386" cy="1948701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218DF382-E11C-A94A-ABF5-F93EB0534196}"/>
                  </a:ext>
                </a:extLst>
              </p:cNvPr>
              <p:cNvSpPr/>
              <p:nvPr/>
            </p:nvSpPr>
            <p:spPr bwMode="auto">
              <a:xfrm>
                <a:off x="7108559" y="5401721"/>
                <a:ext cx="676275" cy="91863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  <a:gd name="connsiteX0" fmla="*/ 0 w 675040"/>
                  <a:gd name="connsiteY0" fmla="*/ 894029 h 918268"/>
                  <a:gd name="connsiteX1" fmla="*/ 186623 w 675040"/>
                  <a:gd name="connsiteY1" fmla="*/ 1724 h 918268"/>
                  <a:gd name="connsiteX2" fmla="*/ 675040 w 675040"/>
                  <a:gd name="connsiteY2" fmla="*/ 0 h 918268"/>
                  <a:gd name="connsiteX3" fmla="*/ 270986 w 675040"/>
                  <a:gd name="connsiteY3" fmla="*/ 918268 h 918268"/>
                  <a:gd name="connsiteX4" fmla="*/ 0 w 675040"/>
                  <a:gd name="connsiteY4" fmla="*/ 894029 h 918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918268">
                    <a:moveTo>
                      <a:pt x="0" y="894029"/>
                    </a:moveTo>
                    <a:cubicBezTo>
                      <a:pt x="111484" y="603455"/>
                      <a:pt x="127519" y="615275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377586" y="467035"/>
                      <a:pt x="377233" y="643076"/>
                      <a:pt x="270986" y="918268"/>
                    </a:cubicBezTo>
                    <a:cubicBezTo>
                      <a:pt x="136701" y="889632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7290624" y="4495800"/>
                <a:ext cx="498084" cy="41266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E33D11D1-8D4D-F14F-B9FC-6D2FB093890B}"/>
                  </a:ext>
                </a:extLst>
              </p:cNvPr>
              <p:cNvCxnSpPr>
                <a:cxnSpLocks/>
                <a:stCxn id="965" idx="6"/>
              </p:cNvCxnSpPr>
              <p:nvPr/>
            </p:nvCxnSpPr>
            <p:spPr bwMode="auto">
              <a:xfrm>
                <a:off x="7792404" y="4459742"/>
                <a:ext cx="3541" cy="87298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88330" y="5258905"/>
                <a:ext cx="507588" cy="221730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7289533" y="4897315"/>
                <a:ext cx="496887" cy="43858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A04F27FE-A553-BA4D-8784-D3F9D239406C}"/>
                  </a:ext>
                </a:extLst>
              </p:cNvPr>
              <p:cNvCxnSpPr>
                <a:cxnSpLocks/>
                <a:stCxn id="965" idx="2"/>
              </p:cNvCxnSpPr>
              <p:nvPr/>
            </p:nvCxnSpPr>
            <p:spPr bwMode="auto">
              <a:xfrm flipH="1">
                <a:off x="7283184" y="4459742"/>
                <a:ext cx="7570" cy="96664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90091" y="4371657"/>
                <a:ext cx="503828" cy="248286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E0F43A-8A46-714A-B944-7CB92C38A25B}"/>
                </a:ext>
              </a:extLst>
            </p:cNvPr>
            <p:cNvGrpSpPr/>
            <p:nvPr/>
          </p:nvGrpSpPr>
          <p:grpSpPr>
            <a:xfrm>
              <a:off x="7920869" y="4329565"/>
              <a:ext cx="870440" cy="1680290"/>
              <a:chOff x="7920869" y="4329565"/>
              <a:chExt cx="870440" cy="1680290"/>
            </a:xfrm>
          </p:grpSpPr>
          <p:sp>
            <p:nvSpPr>
              <p:cNvPr id="928" name="Freeform 927">
                <a:extLst>
                  <a:ext uri="{FF2B5EF4-FFF2-40B4-BE49-F238E27FC236}">
                    <a16:creationId xmlns:a16="http://schemas.microsoft.com/office/drawing/2014/main" id="{0D857BEA-FC6F-1449-A5C0-C21CC8BC5CED}"/>
                  </a:ext>
                </a:extLst>
              </p:cNvPr>
              <p:cNvSpPr/>
              <p:nvPr/>
            </p:nvSpPr>
            <p:spPr bwMode="auto">
              <a:xfrm>
                <a:off x="7920869" y="5455817"/>
                <a:ext cx="865187" cy="55403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8288771" y="4495799"/>
                <a:ext cx="498084" cy="36196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4E2A68FE-149D-DD45-B62C-268C2B480787}"/>
                  </a:ext>
                </a:extLst>
              </p:cNvPr>
              <p:cNvCxnSpPr>
                <a:cxnSpLocks/>
                <a:stCxn id="945" idx="6"/>
              </p:cNvCxnSpPr>
              <p:nvPr/>
            </p:nvCxnSpPr>
            <p:spPr bwMode="auto">
              <a:xfrm>
                <a:off x="8783370" y="4418446"/>
                <a:ext cx="7939" cy="955919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83693" y="5300332"/>
                <a:ext cx="507588" cy="221941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8284895" y="4904436"/>
                <a:ext cx="496888" cy="473104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690B7076-D7BF-A64B-A741-7A1AB99BC7BD}"/>
                  </a:ext>
                </a:extLst>
              </p:cNvPr>
              <p:cNvCxnSpPr>
                <a:cxnSpLocks/>
                <a:stCxn id="945" idx="2"/>
              </p:cNvCxnSpPr>
              <p:nvPr/>
            </p:nvCxnSpPr>
            <p:spPr bwMode="auto">
              <a:xfrm flipH="1">
                <a:off x="8278546" y="4418446"/>
                <a:ext cx="3174" cy="104958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81058" y="4329565"/>
                <a:ext cx="503828" cy="248522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765336" y="4727644"/>
            <a:ext cx="4981829" cy="693736"/>
            <a:chOff x="2055070" y="4690247"/>
            <a:chExt cx="4980938" cy="694338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810" y="5055687"/>
              <a:ext cx="428216" cy="328897"/>
              <a:chOff x="2948176" y="3912858"/>
              <a:chExt cx="428535" cy="329059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C71DD82B-ED54-9D40-848F-40B6802EC749}"/>
                  </a:ext>
                </a:extLst>
              </p:cNvPr>
              <p:cNvSpPr/>
              <p:nvPr/>
            </p:nvSpPr>
            <p:spPr>
              <a:xfrm>
                <a:off x="2951022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48177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48176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62278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307" y="5055687"/>
              <a:ext cx="429383" cy="328898"/>
              <a:chOff x="2948037" y="3912924"/>
              <a:chExt cx="429703" cy="329060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CDA497B5-1F53-4B4A-B52C-8AF25ACDEA7D}"/>
                  </a:ext>
                </a:extLst>
              </p:cNvPr>
              <p:cNvSpPr/>
              <p:nvPr/>
            </p:nvSpPr>
            <p:spPr>
              <a:xfrm>
                <a:off x="2950882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52051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48037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62139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440" y="5052513"/>
              <a:ext cx="430135" cy="328897"/>
              <a:chOff x="2951837" y="3912722"/>
              <a:chExt cx="430454" cy="329058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7E038D77-DD73-D34F-AE34-D667F6E9B9F0}"/>
                  </a:ext>
                </a:extLst>
              </p:cNvPr>
              <p:cNvSpPr/>
              <p:nvPr/>
            </p:nvSpPr>
            <p:spPr>
              <a:xfrm>
                <a:off x="2956602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51837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55849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67858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5874" y="5046158"/>
              <a:ext cx="430134" cy="328898"/>
              <a:chOff x="2955740" y="3913102"/>
              <a:chExt cx="430453" cy="328747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F4182402-0285-CD46-9828-6534BE97D257}"/>
                  </a:ext>
                </a:extLst>
              </p:cNvPr>
              <p:cNvSpPr/>
              <p:nvPr/>
            </p:nvSpPr>
            <p:spPr>
              <a:xfrm>
                <a:off x="2960504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5574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59751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7176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sp>
        <p:nvSpPr>
          <p:cNvPr id="373" name="TextBox 257">
            <a:extLst>
              <a:ext uri="{FF2B5EF4-FFF2-40B4-BE49-F238E27FC236}">
                <a16:creationId xmlns:a16="http://schemas.microsoft.com/office/drawing/2014/main" id="{F4B7880C-9B9E-BC47-BEF3-F1B49D22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29" y="2829950"/>
            <a:ext cx="1125965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generalized forwarding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  <a:p>
            <a:pPr marL="1314450" marR="0" lvl="2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header fields can determine action</a:t>
            </a:r>
          </a:p>
          <a:p>
            <a:pPr marL="1314450" marR="0" lvl="2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action possible: drop/copy/modify/log packet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B18609-2205-A249-9D68-205D424A2ECF}"/>
              </a:ext>
            </a:extLst>
          </p:cNvPr>
          <p:cNvGrpSpPr/>
          <p:nvPr/>
        </p:nvGrpSpPr>
        <p:grpSpPr>
          <a:xfrm>
            <a:off x="1232001" y="4781571"/>
            <a:ext cx="2463699" cy="307777"/>
            <a:chOff x="1232001" y="4781571"/>
            <a:chExt cx="2463699" cy="307777"/>
          </a:xfrm>
        </p:grpSpPr>
        <p:sp>
          <p:nvSpPr>
            <p:cNvPr id="355" name="TextBox 6">
              <a:extLst>
                <a:ext uri="{FF2B5EF4-FFF2-40B4-BE49-F238E27FC236}">
                  <a16:creationId xmlns:a16="http://schemas.microsoft.com/office/drawing/2014/main" id="{B9CE97C1-70E2-1B46-A362-9326BB303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2001" y="4781571"/>
              <a:ext cx="19923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forwarding table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8FD357-53DF-2C4F-884C-13EFB7472111}"/>
                </a:ext>
              </a:extLst>
            </p:cNvPr>
            <p:cNvCxnSpPr/>
            <p:nvPr/>
          </p:nvCxnSpPr>
          <p:spPr>
            <a:xfrm>
              <a:off x="2641600" y="4953000"/>
              <a:ext cx="10541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223B0B-9826-DD42-9402-328FE8BFC20E}"/>
              </a:ext>
            </a:extLst>
          </p:cNvPr>
          <p:cNvGrpSpPr/>
          <p:nvPr/>
        </p:nvGrpSpPr>
        <p:grpSpPr>
          <a:xfrm>
            <a:off x="1253574" y="1255484"/>
            <a:ext cx="9389026" cy="4030693"/>
            <a:chOff x="1253574" y="1255484"/>
            <a:chExt cx="9389026" cy="4030693"/>
          </a:xfrm>
        </p:grpSpPr>
        <p:sp>
          <p:nvSpPr>
            <p:cNvPr id="377" name="TextBox 257">
              <a:extLst>
                <a:ext uri="{FF2B5EF4-FFF2-40B4-BE49-F238E27FC236}">
                  <a16:creationId xmlns:a16="http://schemas.microsoft.com/office/drawing/2014/main" id="{3FD4971D-4348-1141-8B93-F0D44DDFD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2674" y="1255484"/>
              <a:ext cx="261992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(aka: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flow table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)</a:t>
              </a:r>
            </a:p>
          </p:txBody>
        </p:sp>
        <p:sp>
          <p:nvSpPr>
            <p:cNvPr id="378" name="TextBox 257">
              <a:extLst>
                <a:ext uri="{FF2B5EF4-FFF2-40B4-BE49-F238E27FC236}">
                  <a16:creationId xmlns:a16="http://schemas.microsoft.com/office/drawing/2014/main" id="{6831D934-21EE-F044-AFB7-110D2271A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3574" y="4978400"/>
              <a:ext cx="15531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(aka: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flow table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)</a:t>
              </a:r>
            </a:p>
          </p:txBody>
        </p:sp>
      </p:grpSp>
      <p:sp>
        <p:nvSpPr>
          <p:cNvPr id="380" name="TextBox 257">
            <a:extLst>
              <a:ext uri="{FF2B5EF4-FFF2-40B4-BE49-F238E27FC236}">
                <a16:creationId xmlns:a16="http://schemas.microsoft.com/office/drawing/2014/main" id="{EB52E785-426C-8A41-A346-A5059F7CE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023" y="2139218"/>
            <a:ext cx="112596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destination-based forwarding: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 based on dest. IP address</a:t>
            </a:r>
          </a:p>
        </p:txBody>
      </p:sp>
      <p:sp>
        <p:nvSpPr>
          <p:cNvPr id="223" name="Slide Number Placeholder 3">
            <a:extLst>
              <a:ext uri="{FF2B5EF4-FFF2-40B4-BE49-F238E27FC236}">
                <a16:creationId xmlns:a16="http://schemas.microsoft.com/office/drawing/2014/main" id="{B73C8E8A-E0D2-6B4B-BF9E-AC7347C80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7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-0.05364 0.4662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82" y="2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3" grpId="0"/>
      <p:bldP spid="3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467"/>
            <a:ext cx="10854128" cy="3046751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flow: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defined by header field values </a:t>
            </a: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(in link-, network-, transport-layer fields)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simple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packet-handling rules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match: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pattern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values in packet header fields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actions: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for matched packet: drop, forward, modify, matched packet or send matched packet to controller 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priority: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disambiguate overlapping patterns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counters: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#bytes and #packets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Flow table abstraction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FAE99D-C5EA-5147-B11F-7A5B7FCE54AE}"/>
              </a:ext>
            </a:extLst>
          </p:cNvPr>
          <p:cNvGrpSpPr/>
          <p:nvPr/>
        </p:nvGrpSpPr>
        <p:grpSpPr>
          <a:xfrm>
            <a:off x="847391" y="4483100"/>
            <a:ext cx="7244522" cy="2202828"/>
            <a:chOff x="848139" y="4484689"/>
            <a:chExt cx="7244522" cy="220282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62506F8-ECEC-2E42-805B-42E4D94FA9CB}"/>
                </a:ext>
              </a:extLst>
            </p:cNvPr>
            <p:cNvCxnSpPr/>
            <p:nvPr/>
          </p:nvCxnSpPr>
          <p:spPr>
            <a:xfrm>
              <a:off x="848139" y="6202017"/>
              <a:ext cx="519485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CF0EDD-3789-414C-ACC3-3BF841E39C99}"/>
                </a:ext>
              </a:extLst>
            </p:cNvPr>
            <p:cNvGrpSpPr/>
            <p:nvPr/>
          </p:nvGrpSpPr>
          <p:grpSpPr>
            <a:xfrm>
              <a:off x="2117350" y="5637144"/>
              <a:ext cx="2269120" cy="1028699"/>
              <a:chOff x="7493876" y="2774731"/>
              <a:chExt cx="1481958" cy="894622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CF1E2C8F-E181-3B43-A519-0FC1DEA4B61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CE0A78E-9FDA-334F-9AD4-8A4ED942B1C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C1D1C42-5DC5-DE41-880F-2DB6C20303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AEEDB7BE-ECB9-AE43-B7F9-9420522500B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8484C86C-9AA8-0C48-9C1B-936E42E298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79FD6387-1AB1-7743-A3A7-ED8933D501E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5CDE1FFF-560A-D046-879A-1BAD0681C80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B8332F6D-32E8-0249-999D-30692A5A7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7100" y="4484689"/>
              <a:ext cx="3355561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Router’s flow table define router’s match+action rules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BA19BCA-1317-9E49-B6D6-B6CF8B58E795}"/>
                </a:ext>
              </a:extLst>
            </p:cNvPr>
            <p:cNvGrpSpPr/>
            <p:nvPr/>
          </p:nvGrpSpPr>
          <p:grpSpPr>
            <a:xfrm>
              <a:off x="2535862" y="4518992"/>
              <a:ext cx="1998847" cy="1325048"/>
              <a:chOff x="8327282" y="4055165"/>
              <a:chExt cx="2091509" cy="1325048"/>
            </a:xfrm>
          </p:grpSpPr>
          <p:grpSp>
            <p:nvGrpSpPr>
              <p:cNvPr id="20" name="Group 554">
                <a:extLst>
                  <a:ext uri="{FF2B5EF4-FFF2-40B4-BE49-F238E27FC236}">
                    <a16:creationId xmlns:a16="http://schemas.microsoft.com/office/drawing/2014/main" id="{F0AAF6D0-8EA6-E749-9758-CE8F2B209D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7282" y="4121430"/>
                <a:ext cx="2091509" cy="1258783"/>
                <a:chOff x="2932675" y="3919324"/>
                <a:chExt cx="429970" cy="319189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03BF111-23DE-1945-8735-48B7B51FDA35}"/>
                    </a:ext>
                  </a:extLst>
                </p:cNvPr>
                <p:cNvSpPr/>
                <p:nvPr/>
              </p:nvSpPr>
              <p:spPr>
                <a:xfrm>
                  <a:off x="2936722" y="3919324"/>
                  <a:ext cx="425923" cy="319189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B28D0C4-B5C9-5844-BF1E-1197CD1800CC}"/>
                    </a:ext>
                  </a:extLst>
                </p:cNvPr>
                <p:cNvCxnSpPr/>
                <p:nvPr/>
              </p:nvCxnSpPr>
              <p:spPr>
                <a:xfrm>
                  <a:off x="2932675" y="4004959"/>
                  <a:ext cx="424911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93CE468-AA72-B340-AB98-BDBA2EE69A0B}"/>
                    </a:ext>
                  </a:extLst>
                </p:cNvPr>
                <p:cNvCxnSpPr/>
                <p:nvPr/>
              </p:nvCxnSpPr>
              <p:spPr>
                <a:xfrm>
                  <a:off x="2932675" y="4069207"/>
                  <a:ext cx="424911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AFD2436-CAFF-8042-BF47-7E024FE6789B}"/>
                    </a:ext>
                  </a:extLst>
                </p:cNvPr>
                <p:cNvCxnSpPr>
                  <a:cxnSpLocks/>
                  <a:stCxn id="21" idx="2"/>
                </p:cNvCxnSpPr>
                <p:nvPr/>
              </p:nvCxnSpPr>
              <p:spPr>
                <a:xfrm flipH="1" flipV="1">
                  <a:off x="3148166" y="4001599"/>
                  <a:ext cx="1517" cy="236914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5B25A3-83EE-0C42-A451-21C2EA7C24E0}"/>
                  </a:ext>
                </a:extLst>
              </p:cNvPr>
              <p:cNvSpPr txBox="1"/>
              <p:nvPr/>
            </p:nvSpPr>
            <p:spPr>
              <a:xfrm>
                <a:off x="8759686" y="4055165"/>
                <a:ext cx="126573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Flow table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F3A5449-AA06-DE4B-8FA1-C9212AFA1460}"/>
                  </a:ext>
                </a:extLst>
              </p:cNvPr>
              <p:cNvSpPr txBox="1"/>
              <p:nvPr/>
            </p:nvSpPr>
            <p:spPr>
              <a:xfrm>
                <a:off x="8461513" y="4379843"/>
                <a:ext cx="837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match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BF5AE11-1691-C64E-A175-EA1E60B74E4A}"/>
                  </a:ext>
                </a:extLst>
              </p:cNvPr>
              <p:cNvSpPr txBox="1"/>
              <p:nvPr/>
            </p:nvSpPr>
            <p:spPr>
              <a:xfrm>
                <a:off x="9409044" y="4386470"/>
                <a:ext cx="8322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action</a:t>
                </a:r>
              </a:p>
            </p:txBody>
          </p: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84E34B4-C7CA-6740-A020-13986B97F632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386238" y="5804452"/>
              <a:ext cx="2398875" cy="1903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75B8A9-3D40-6341-867B-507C81B4BA39}"/>
                </a:ext>
              </a:extLst>
            </p:cNvPr>
            <p:cNvCxnSpPr>
              <a:cxnSpLocks/>
            </p:cNvCxnSpPr>
            <p:nvPr/>
          </p:nvCxnSpPr>
          <p:spPr>
            <a:xfrm>
              <a:off x="4399722" y="6361044"/>
              <a:ext cx="755373" cy="32647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5A6A87A6-6869-BA48-B857-B9B45AE26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467"/>
            <a:ext cx="10515600" cy="3046751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flow: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defined by header fields</a:t>
            </a:r>
          </a:p>
          <a:p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forwarding: simple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packet-handling rules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match: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pattern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values in packet header fields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actions: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for matched packet: drop, forward, modify, matched packet or send matched packet to controller 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priority: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disambiguate overlapping patterns</a:t>
            </a:r>
          </a:p>
          <a:p>
            <a:pPr lvl="1"/>
            <a:r>
              <a:rPr lang="en-US" altLang="en-US" dirty="0">
                <a:solidFill>
                  <a:srgbClr val="0000A8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counters: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#bytes and #packets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62506F8-ECEC-2E42-805B-42E4D94FA9CB}"/>
              </a:ext>
            </a:extLst>
          </p:cNvPr>
          <p:cNvCxnSpPr/>
          <p:nvPr/>
        </p:nvCxnSpPr>
        <p:spPr>
          <a:xfrm>
            <a:off x="848139" y="6202017"/>
            <a:ext cx="519485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FCF0EDD-3789-414C-ACC3-3BF841E39C99}"/>
              </a:ext>
            </a:extLst>
          </p:cNvPr>
          <p:cNvGrpSpPr/>
          <p:nvPr/>
        </p:nvGrpSpPr>
        <p:grpSpPr>
          <a:xfrm>
            <a:off x="2117350" y="5637144"/>
            <a:ext cx="2269120" cy="1028699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1E2C8F-E181-3B43-A519-0FC1DEA4B61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CE0A78E-9FDA-334F-9AD4-8A4ED942B1C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C1D1C42-5DC5-DE41-880F-2DB6C20303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EEDB7BE-ECB9-AE43-B7F9-9420522500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8484C86C-9AA8-0C48-9C1B-936E42E298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9FD6387-1AB1-7743-A3A7-ED8933D501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CDE1FFF-560A-D046-879A-1BAD0681C80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A19BCA-1317-9E49-B6D6-B6CF8B58E795}"/>
              </a:ext>
            </a:extLst>
          </p:cNvPr>
          <p:cNvGrpSpPr/>
          <p:nvPr/>
        </p:nvGrpSpPr>
        <p:grpSpPr>
          <a:xfrm>
            <a:off x="2535862" y="4518992"/>
            <a:ext cx="1998847" cy="1325048"/>
            <a:chOff x="8327282" y="4055165"/>
            <a:chExt cx="2091509" cy="1325048"/>
          </a:xfrm>
        </p:grpSpPr>
        <p:grpSp>
          <p:nvGrpSpPr>
            <p:cNvPr id="20" name="Group 554">
              <a:extLst>
                <a:ext uri="{FF2B5EF4-FFF2-40B4-BE49-F238E27FC236}">
                  <a16:creationId xmlns:a16="http://schemas.microsoft.com/office/drawing/2014/main" id="{F0AAF6D0-8EA6-E749-9758-CE8F2B209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7282" y="4121430"/>
              <a:ext cx="2091509" cy="1258783"/>
              <a:chOff x="2932675" y="3919324"/>
              <a:chExt cx="429970" cy="31918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03BF111-23DE-1945-8735-48B7B51FDA35}"/>
                  </a:ext>
                </a:extLst>
              </p:cNvPr>
              <p:cNvSpPr/>
              <p:nvPr/>
            </p:nvSpPr>
            <p:spPr>
              <a:xfrm>
                <a:off x="2936722" y="3919324"/>
                <a:ext cx="425923" cy="31918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B28D0C4-B5C9-5844-BF1E-1197CD1800CC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93CE468-AA72-B340-AB98-BDBA2EE69A0B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AFD2436-CAFF-8042-BF47-7E024FE6789B}"/>
                  </a:ext>
                </a:extLst>
              </p:cNvPr>
              <p:cNvCxnSpPr>
                <a:cxnSpLocks/>
                <a:stCxn id="21" idx="2"/>
              </p:cNvCxnSpPr>
              <p:nvPr/>
            </p:nvCxnSpPr>
            <p:spPr>
              <a:xfrm flipH="1" flipV="1">
                <a:off x="3148166" y="4001599"/>
                <a:ext cx="1517" cy="236914"/>
              </a:xfrm>
              <a:prstGeom prst="line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95B25A3-83EE-0C42-A451-21C2EA7C24E0}"/>
                </a:ext>
              </a:extLst>
            </p:cNvPr>
            <p:cNvSpPr txBox="1"/>
            <p:nvPr/>
          </p:nvSpPr>
          <p:spPr>
            <a:xfrm>
              <a:off x="8759686" y="4055165"/>
              <a:ext cx="1265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Flow table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F3A5449-AA06-DE4B-8FA1-C9212AFA1460}"/>
                </a:ext>
              </a:extLst>
            </p:cNvPr>
            <p:cNvSpPr txBox="1"/>
            <p:nvPr/>
          </p:nvSpPr>
          <p:spPr>
            <a:xfrm>
              <a:off x="8461513" y="4379843"/>
              <a:ext cx="8379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BF5AE11-1691-C64E-A175-EA1E60B74E4A}"/>
                </a:ext>
              </a:extLst>
            </p:cNvPr>
            <p:cNvSpPr txBox="1"/>
            <p:nvPr/>
          </p:nvSpPr>
          <p:spPr>
            <a:xfrm>
              <a:off x="9409044" y="4386470"/>
              <a:ext cx="8322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action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84E34B4-C7CA-6740-A020-13986B97F63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86238" y="5804452"/>
            <a:ext cx="2398875" cy="19036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75B8A9-3D40-6341-867B-507C81B4BA39}"/>
              </a:ext>
            </a:extLst>
          </p:cNvPr>
          <p:cNvCxnSpPr>
            <a:cxnSpLocks/>
          </p:cNvCxnSpPr>
          <p:nvPr/>
        </p:nvCxnSpPr>
        <p:spPr>
          <a:xfrm>
            <a:off x="4399722" y="6361044"/>
            <a:ext cx="755373" cy="32647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0AE0A89-AC33-BF4C-92BE-57E02010D08E}"/>
              </a:ext>
            </a:extLst>
          </p:cNvPr>
          <p:cNvSpPr txBox="1"/>
          <p:nvPr/>
        </p:nvSpPr>
        <p:spPr>
          <a:xfrm>
            <a:off x="1828800" y="58707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3A182-ED02-724B-B717-34A471A9D7DC}"/>
              </a:ext>
            </a:extLst>
          </p:cNvPr>
          <p:cNvSpPr txBox="1"/>
          <p:nvPr/>
        </p:nvSpPr>
        <p:spPr>
          <a:xfrm>
            <a:off x="4340087" y="63676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DB1F3-36CA-944D-979C-CE1587B157B4}"/>
              </a:ext>
            </a:extLst>
          </p:cNvPr>
          <p:cNvSpPr txBox="1"/>
          <p:nvPr/>
        </p:nvSpPr>
        <p:spPr>
          <a:xfrm>
            <a:off x="4784035" y="6149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464804-CC10-384C-AEB4-90FDA3AE9F07}"/>
              </a:ext>
            </a:extLst>
          </p:cNvPr>
          <p:cNvSpPr txBox="1"/>
          <p:nvPr/>
        </p:nvSpPr>
        <p:spPr>
          <a:xfrm>
            <a:off x="4565375" y="5784575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064E8A-1F8D-3347-A456-A767F49DA813}"/>
              </a:ext>
            </a:extLst>
          </p:cNvPr>
          <p:cNvGrpSpPr/>
          <p:nvPr/>
        </p:nvGrpSpPr>
        <p:grpSpPr>
          <a:xfrm>
            <a:off x="4533981" y="4345979"/>
            <a:ext cx="6820091" cy="1571138"/>
            <a:chOff x="4518991" y="4315999"/>
            <a:chExt cx="6820091" cy="1571138"/>
          </a:xfrm>
        </p:grpSpPr>
        <p:sp>
          <p:nvSpPr>
            <p:cNvPr id="29" name="TextBox 32">
              <a:extLst>
                <a:ext uri="{FF2B5EF4-FFF2-40B4-BE49-F238E27FC236}">
                  <a16:creationId xmlns:a16="http://schemas.microsoft.com/office/drawing/2014/main" id="{B82879F5-A8E9-4742-AC89-B09339E85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4876" y="5517805"/>
              <a:ext cx="13131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* : wildcard</a:t>
              </a: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156E13C-C349-EC4C-B479-040B1712E32E}"/>
                </a:ext>
              </a:extLst>
            </p:cNvPr>
            <p:cNvSpPr/>
            <p:nvPr/>
          </p:nvSpPr>
          <p:spPr>
            <a:xfrm>
              <a:off x="4518991" y="4320209"/>
              <a:ext cx="808383" cy="1497495"/>
            </a:xfrm>
            <a:custGeom>
              <a:avLst/>
              <a:gdLst>
                <a:gd name="connsiteX0" fmla="*/ 13252 w 808383"/>
                <a:gd name="connsiteY0" fmla="*/ 1497495 h 1497495"/>
                <a:gd name="connsiteX1" fmla="*/ 808383 w 808383"/>
                <a:gd name="connsiteY1" fmla="*/ 1192695 h 1497495"/>
                <a:gd name="connsiteX2" fmla="*/ 795131 w 808383"/>
                <a:gd name="connsiteY2" fmla="*/ 0 h 1497495"/>
                <a:gd name="connsiteX3" fmla="*/ 0 w 808383"/>
                <a:gd name="connsiteY3" fmla="*/ 887895 h 1497495"/>
                <a:gd name="connsiteX4" fmla="*/ 13252 w 808383"/>
                <a:gd name="connsiteY4" fmla="*/ 1497495 h 149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383" h="1497495">
                  <a:moveTo>
                    <a:pt x="13252" y="1497495"/>
                  </a:moveTo>
                  <a:lnTo>
                    <a:pt x="808383" y="1192695"/>
                  </a:lnTo>
                  <a:lnTo>
                    <a:pt x="795131" y="0"/>
                  </a:lnTo>
                  <a:lnTo>
                    <a:pt x="0" y="887895"/>
                  </a:lnTo>
                  <a:lnTo>
                    <a:pt x="13252" y="149749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279AE1-4F6D-FA4B-8F69-D1B6D664A081}"/>
                </a:ext>
              </a:extLst>
            </p:cNvPr>
            <p:cNvCxnSpPr>
              <a:cxnSpLocks/>
            </p:cNvCxnSpPr>
            <p:nvPr/>
          </p:nvCxnSpPr>
          <p:spPr>
            <a:xfrm>
              <a:off x="8691768" y="4315999"/>
              <a:ext cx="0" cy="120015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1EA29FD6-93E2-D248-8287-1EF1A763B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8056" y="4334323"/>
              <a:ext cx="3362117" cy="1191833"/>
            </a:xfrm>
            <a:prstGeom prst="rect">
              <a:avLst/>
            </a:prstGeom>
            <a:solidFill>
              <a:srgbClr val="BBE0E3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84DD72A2-6599-5A4C-9EC1-40B227E83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2339" y="4334323"/>
              <a:ext cx="2618270" cy="1191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5AE70A-DF8A-054F-8D4E-AC00C36D0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405" y="5059180"/>
              <a:ext cx="5981700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457200" marR="0" lvl="0" indent="-4572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ヒラギノ角ゴ Pro W3" charset="0"/>
                  <a:cs typeface="ヒラギノ角ゴ Pro W3" charset="0"/>
                  <a:sym typeface="Wingdings" charset="0"/>
                </a:rPr>
                <a:t>src=10.1.2.3, dest=*.*.*.*     send to controller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ヒラギノ角ゴ Pro W3" charset="0"/>
                <a:cs typeface="ヒラギノ角ゴ Pro W3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354FF9-2E1C-0D4C-B7EA-2B8179A51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9894" y="4686925"/>
              <a:ext cx="5981700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ヒラギノ角ゴ Pro W3" charset="0"/>
                  <a:cs typeface="ヒラギノ角ゴ Pro W3" charset="0"/>
                </a:rPr>
                <a:t>src=1.2.*.*, dest=*.*.*.*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ヒラギノ角ゴ Pro W3" charset="0"/>
                  <a:cs typeface="ヒラギノ角ゴ Pro W3" charset="0"/>
                  <a:sym typeface="Wingdings" charset="0"/>
                </a:rPr>
                <a:t>      drop                        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DCE6C5-716F-694B-9C85-A61362F1B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382" y="4344648"/>
              <a:ext cx="5981700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ヒラギノ角ゴ Pro W3" charset="0"/>
                  <a:cs typeface="ヒラギノ角ゴ Pro W3" charset="0"/>
                  <a:sym typeface="Wingdings" charset="0"/>
                </a:rPr>
                <a:t>src = *.*.*.*, dest=3.4.*.*     forward(2)</a:t>
              </a:r>
            </a:p>
          </p:txBody>
        </p:sp>
      </p:grpSp>
      <p:sp>
        <p:nvSpPr>
          <p:cNvPr id="39" name="Title 2">
            <a:extLst>
              <a:ext uri="{FF2B5EF4-FFF2-40B4-BE49-F238E27FC236}">
                <a16:creationId xmlns:a16="http://schemas.microsoft.com/office/drawing/2014/main" id="{298945D1-38C0-AB46-AD5B-F3852F9B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Flow table abstraction</a:t>
            </a:r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8ABAAF9F-271E-4141-8DD7-1504EF4B2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80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OpenFlow: flow table entries</a:t>
            </a:r>
          </a:p>
        </p:txBody>
      </p:sp>
      <p:sp>
        <p:nvSpPr>
          <p:cNvPr id="111" name="Rectangle 22">
            <a:extLst>
              <a:ext uri="{FF2B5EF4-FFF2-40B4-BE49-F238E27FC236}">
                <a16:creationId xmlns:a16="http://schemas.microsoft.com/office/drawing/2014/main" id="{0AD70559-AC7C-9947-AC45-23DE9B6E4A95}"/>
              </a:ext>
            </a:extLst>
          </p:cNvPr>
          <p:cNvSpPr>
            <a:spLocks/>
          </p:cNvSpPr>
          <p:nvPr/>
        </p:nvSpPr>
        <p:spPr bwMode="auto">
          <a:xfrm>
            <a:off x="2071274" y="1501983"/>
            <a:ext cx="1446212" cy="687387"/>
          </a:xfrm>
          <a:prstGeom prst="rect">
            <a:avLst/>
          </a:prstGeom>
          <a:solidFill>
            <a:srgbClr val="BBE0E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" name="Rectangle 23">
            <a:extLst>
              <a:ext uri="{FF2B5EF4-FFF2-40B4-BE49-F238E27FC236}">
                <a16:creationId xmlns:a16="http://schemas.microsoft.com/office/drawing/2014/main" id="{5DB35E10-A1A0-7045-B47B-6F16D607C190}"/>
              </a:ext>
            </a:extLst>
          </p:cNvPr>
          <p:cNvSpPr>
            <a:spLocks/>
          </p:cNvSpPr>
          <p:nvPr/>
        </p:nvSpPr>
        <p:spPr bwMode="auto">
          <a:xfrm>
            <a:off x="2412586" y="1705589"/>
            <a:ext cx="5993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Match</a:t>
            </a:r>
          </a:p>
        </p:txBody>
      </p:sp>
      <p:sp>
        <p:nvSpPr>
          <p:cNvPr id="113" name="Rectangle 24">
            <a:extLst>
              <a:ext uri="{FF2B5EF4-FFF2-40B4-BE49-F238E27FC236}">
                <a16:creationId xmlns:a16="http://schemas.microsoft.com/office/drawing/2014/main" id="{BE807A08-7FD9-9545-85F5-D6F935F202EE}"/>
              </a:ext>
            </a:extLst>
          </p:cNvPr>
          <p:cNvSpPr>
            <a:spLocks/>
          </p:cNvSpPr>
          <p:nvPr/>
        </p:nvSpPr>
        <p:spPr bwMode="auto">
          <a:xfrm>
            <a:off x="3517486" y="1501983"/>
            <a:ext cx="1446213" cy="687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697D3A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4" name="Rectangle 25">
            <a:extLst>
              <a:ext uri="{FF2B5EF4-FFF2-40B4-BE49-F238E27FC236}">
                <a16:creationId xmlns:a16="http://schemas.microsoft.com/office/drawing/2014/main" id="{85913BFC-51C9-314A-ABD6-4F034C9B256A}"/>
              </a:ext>
            </a:extLst>
          </p:cNvPr>
          <p:cNvSpPr>
            <a:spLocks/>
          </p:cNvSpPr>
          <p:nvPr/>
        </p:nvSpPr>
        <p:spPr bwMode="auto">
          <a:xfrm>
            <a:off x="3690524" y="1705183"/>
            <a:ext cx="6032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Action</a:t>
            </a:r>
          </a:p>
        </p:txBody>
      </p:sp>
      <p:sp>
        <p:nvSpPr>
          <p:cNvPr id="115" name="Rectangle 26">
            <a:extLst>
              <a:ext uri="{FF2B5EF4-FFF2-40B4-BE49-F238E27FC236}">
                <a16:creationId xmlns:a16="http://schemas.microsoft.com/office/drawing/2014/main" id="{16236DDC-2598-9646-B25C-B30C4DFC7CB1}"/>
              </a:ext>
            </a:extLst>
          </p:cNvPr>
          <p:cNvSpPr>
            <a:spLocks/>
          </p:cNvSpPr>
          <p:nvPr/>
        </p:nvSpPr>
        <p:spPr bwMode="auto">
          <a:xfrm>
            <a:off x="4963699" y="1501983"/>
            <a:ext cx="1447800" cy="6873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8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6" name="Rectangle 27">
            <a:extLst>
              <a:ext uri="{FF2B5EF4-FFF2-40B4-BE49-F238E27FC236}">
                <a16:creationId xmlns:a16="http://schemas.microsoft.com/office/drawing/2014/main" id="{9C8898B1-B74A-254A-929E-364CFA1886A8}"/>
              </a:ext>
            </a:extLst>
          </p:cNvPr>
          <p:cNvSpPr>
            <a:spLocks/>
          </p:cNvSpPr>
          <p:nvPr/>
        </p:nvSpPr>
        <p:spPr bwMode="auto">
          <a:xfrm>
            <a:off x="5403642" y="1705183"/>
            <a:ext cx="4603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Stats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F896C2-F45F-994F-85B3-1277A3B273B4}"/>
              </a:ext>
            </a:extLst>
          </p:cNvPr>
          <p:cNvGrpSpPr/>
          <p:nvPr/>
        </p:nvGrpSpPr>
        <p:grpSpPr>
          <a:xfrm>
            <a:off x="3169824" y="2200944"/>
            <a:ext cx="5634037" cy="2162712"/>
            <a:chOff x="3169824" y="2200944"/>
            <a:chExt cx="5634037" cy="2162712"/>
          </a:xfrm>
        </p:grpSpPr>
        <p:sp>
          <p:nvSpPr>
            <p:cNvPr id="117" name="Rectangle 28">
              <a:extLst>
                <a:ext uri="{FF2B5EF4-FFF2-40B4-BE49-F238E27FC236}">
                  <a16:creationId xmlns:a16="http://schemas.microsoft.com/office/drawing/2014/main" id="{9266D65C-F99C-1F43-8034-2A04FEF53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824" y="2967245"/>
              <a:ext cx="5634037" cy="139641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marL="357188" indent="-3302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57188" marR="0" lvl="0" indent="-33020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Forward packet to port(s)</a:t>
              </a:r>
            </a:p>
            <a:p>
              <a:pPr marL="357188" marR="0" lvl="0" indent="-33020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Drop packet</a:t>
              </a:r>
            </a:p>
            <a:p>
              <a:pPr marL="357188" marR="0" lvl="0" indent="-33020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Modify fields in header(s)</a:t>
              </a:r>
            </a:p>
            <a:p>
              <a:pPr marL="357188" marR="0" lvl="0" indent="-33020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Encapsulate and forward to controller</a:t>
              </a:r>
            </a:p>
          </p:txBody>
        </p:sp>
        <p:sp>
          <p:nvSpPr>
            <p:cNvPr id="119" name="Line 31">
              <a:extLst>
                <a:ext uri="{FF2B5EF4-FFF2-40B4-BE49-F238E27FC236}">
                  <a16:creationId xmlns:a16="http://schemas.microsoft.com/office/drawing/2014/main" id="{52B512E6-14A5-1848-BD25-C203B04E8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272" y="2200944"/>
              <a:ext cx="1588" cy="7588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4291" tIns="32146" rIns="64291" bIns="32146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4B313E8-BEC4-FE4B-9D13-E1494E2C29CB}"/>
              </a:ext>
            </a:extLst>
          </p:cNvPr>
          <p:cNvGrpSpPr/>
          <p:nvPr/>
        </p:nvGrpSpPr>
        <p:grpSpPr>
          <a:xfrm>
            <a:off x="5035074" y="2200945"/>
            <a:ext cx="3044825" cy="623425"/>
            <a:chOff x="5116099" y="2200945"/>
            <a:chExt cx="3044825" cy="623425"/>
          </a:xfrm>
        </p:grpSpPr>
        <p:sp>
          <p:nvSpPr>
            <p:cNvPr id="120" name="Rectangle 32">
              <a:extLst>
                <a:ext uri="{FF2B5EF4-FFF2-40B4-BE49-F238E27FC236}">
                  <a16:creationId xmlns:a16="http://schemas.microsoft.com/office/drawing/2014/main" id="{D609C7D3-AFCA-CD4D-A9FA-199E67427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6099" y="2440195"/>
              <a:ext cx="3044825" cy="384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8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B95579B-B620-2543-AF1E-242CC2FF5E5D}"/>
                </a:ext>
              </a:extLst>
            </p:cNvPr>
            <p:cNvGrpSpPr/>
            <p:nvPr/>
          </p:nvGrpSpPr>
          <p:grpSpPr>
            <a:xfrm>
              <a:off x="5187757" y="2200945"/>
              <a:ext cx="2652492" cy="599613"/>
              <a:chOff x="5187757" y="2200945"/>
              <a:chExt cx="2652492" cy="599613"/>
            </a:xfrm>
          </p:grpSpPr>
          <p:sp>
            <p:nvSpPr>
              <p:cNvPr id="121" name="Rectangle 33">
                <a:extLst>
                  <a:ext uri="{FF2B5EF4-FFF2-40B4-BE49-F238E27FC236}">
                    <a16:creationId xmlns:a16="http://schemas.microsoft.com/office/drawing/2014/main" id="{75F85A0F-FD95-A049-B1DF-00E32B14C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8974" y="2462420"/>
                <a:ext cx="2581275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Packet + byte counters</a:t>
                </a:r>
              </a:p>
            </p:txBody>
          </p:sp>
          <p:sp>
            <p:nvSpPr>
              <p:cNvPr id="122" name="Line 34">
                <a:extLst>
                  <a:ext uri="{FF2B5EF4-FFF2-40B4-BE49-F238E27FC236}">
                    <a16:creationId xmlns:a16="http://schemas.microsoft.com/office/drawing/2014/main" id="{870022B4-CB13-CE41-AE1A-A4275A96B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187757" y="2200945"/>
                <a:ext cx="1587" cy="2317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4291" tIns="32146" rIns="64291" bIns="32146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D5C3D3-25BB-D54D-BCEB-FCA2C288C1FE}"/>
              </a:ext>
            </a:extLst>
          </p:cNvPr>
          <p:cNvGrpSpPr/>
          <p:nvPr/>
        </p:nvGrpSpPr>
        <p:grpSpPr>
          <a:xfrm>
            <a:off x="2117511" y="2200761"/>
            <a:ext cx="8446528" cy="3709144"/>
            <a:chOff x="2117511" y="2200761"/>
            <a:chExt cx="8446528" cy="3709144"/>
          </a:xfrm>
        </p:grpSpPr>
        <p:sp>
          <p:nvSpPr>
            <p:cNvPr id="79" name="文字方塊 29">
              <a:extLst>
                <a:ext uri="{FF2B5EF4-FFF2-40B4-BE49-F238E27FC236}">
                  <a16:creationId xmlns:a16="http://schemas.microsoft.com/office/drawing/2014/main" id="{064A0713-9D5B-6443-98A8-3EB2CC41A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100" y="4847642"/>
              <a:ext cx="24294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charset="0"/>
                  <a:ea typeface="新細明體" charset="0"/>
                </a:rPr>
                <a:t>Header fields to match:</a:t>
              </a: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新細明體" charset="0"/>
              </a:endParaRPr>
            </a:p>
          </p:txBody>
        </p:sp>
        <p:sp>
          <p:nvSpPr>
            <p:cNvPr id="118" name="Line 30">
              <a:extLst>
                <a:ext uri="{FF2B5EF4-FFF2-40B4-BE49-F238E27FC236}">
                  <a16:creationId xmlns:a16="http://schemas.microsoft.com/office/drawing/2014/main" id="{77A0D0EE-2F6A-C542-92CB-4694F0C0D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7885" y="2200761"/>
              <a:ext cx="1858" cy="30541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4291" tIns="32146" rIns="64291" bIns="32146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矩形 15">
              <a:extLst>
                <a:ext uri="{FF2B5EF4-FFF2-40B4-BE49-F238E27FC236}">
                  <a16:creationId xmlns:a16="http://schemas.microsoft.com/office/drawing/2014/main" id="{CA379C48-5241-1340-B3EF-424003EEF91F}"/>
                </a:ext>
              </a:extLst>
            </p:cNvPr>
            <p:cNvSpPr/>
            <p:nvPr/>
          </p:nvSpPr>
          <p:spPr bwMode="auto">
            <a:xfrm>
              <a:off x="2117511" y="5262205"/>
              <a:ext cx="771961" cy="647700"/>
            </a:xfrm>
            <a:prstGeom prst="rect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Ingress Port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4" name="矩形 17">
              <a:extLst>
                <a:ext uri="{FF2B5EF4-FFF2-40B4-BE49-F238E27FC236}">
                  <a16:creationId xmlns:a16="http://schemas.microsoft.com/office/drawing/2014/main" id="{EDDEBD12-93C8-C749-95E6-157B703157DF}"/>
                </a:ext>
              </a:extLst>
            </p:cNvPr>
            <p:cNvSpPr/>
            <p:nvPr/>
          </p:nvSpPr>
          <p:spPr bwMode="auto">
            <a:xfrm>
              <a:off x="2889472" y="5262205"/>
              <a:ext cx="655459" cy="647700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Src MAC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5" name="矩形 18">
              <a:extLst>
                <a:ext uri="{FF2B5EF4-FFF2-40B4-BE49-F238E27FC236}">
                  <a16:creationId xmlns:a16="http://schemas.microsoft.com/office/drawing/2014/main" id="{BD494138-72F4-6849-A86F-6FAD87C96C5B}"/>
                </a:ext>
              </a:extLst>
            </p:cNvPr>
            <p:cNvSpPr/>
            <p:nvPr/>
          </p:nvSpPr>
          <p:spPr bwMode="auto">
            <a:xfrm>
              <a:off x="3544933" y="5262205"/>
              <a:ext cx="655459" cy="647700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Dst MAC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6" name="矩形 19">
              <a:extLst>
                <a:ext uri="{FF2B5EF4-FFF2-40B4-BE49-F238E27FC236}">
                  <a16:creationId xmlns:a16="http://schemas.microsoft.com/office/drawing/2014/main" id="{89A4DCC1-6DF5-5340-A0A5-E76D4CDB272F}"/>
                </a:ext>
              </a:extLst>
            </p:cNvPr>
            <p:cNvSpPr/>
            <p:nvPr/>
          </p:nvSpPr>
          <p:spPr bwMode="auto">
            <a:xfrm>
              <a:off x="4200392" y="5262205"/>
              <a:ext cx="655459" cy="647700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Eth Type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7" name="矩形 20">
              <a:extLst>
                <a:ext uri="{FF2B5EF4-FFF2-40B4-BE49-F238E27FC236}">
                  <a16:creationId xmlns:a16="http://schemas.microsoft.com/office/drawing/2014/main" id="{15670B19-5888-BF4A-8B11-FDBF006ADDB5}"/>
                </a:ext>
              </a:extLst>
            </p:cNvPr>
            <p:cNvSpPr/>
            <p:nvPr/>
          </p:nvSpPr>
          <p:spPr bwMode="auto">
            <a:xfrm>
              <a:off x="4855852" y="5262205"/>
              <a:ext cx="655459" cy="647700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VLAN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 ID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8" name="矩形 21">
              <a:extLst>
                <a:ext uri="{FF2B5EF4-FFF2-40B4-BE49-F238E27FC236}">
                  <a16:creationId xmlns:a16="http://schemas.microsoft.com/office/drawing/2014/main" id="{66D36742-74FB-594E-A690-B8C0858BCD8C}"/>
                </a:ext>
              </a:extLst>
            </p:cNvPr>
            <p:cNvSpPr/>
            <p:nvPr/>
          </p:nvSpPr>
          <p:spPr bwMode="auto">
            <a:xfrm>
              <a:off x="8068323" y="5262205"/>
              <a:ext cx="631307" cy="6477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IP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ToS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69" name="矩形 22">
              <a:extLst>
                <a:ext uri="{FF2B5EF4-FFF2-40B4-BE49-F238E27FC236}">
                  <a16:creationId xmlns:a16="http://schemas.microsoft.com/office/drawing/2014/main" id="{3B962E35-4FCE-4748-95D0-2BAC40159868}"/>
                </a:ext>
              </a:extLst>
            </p:cNvPr>
            <p:cNvSpPr/>
            <p:nvPr/>
          </p:nvSpPr>
          <p:spPr bwMode="auto">
            <a:xfrm>
              <a:off x="7437016" y="5262205"/>
              <a:ext cx="631307" cy="6477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IP Proto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70" name="矩形 23">
              <a:extLst>
                <a:ext uri="{FF2B5EF4-FFF2-40B4-BE49-F238E27FC236}">
                  <a16:creationId xmlns:a16="http://schemas.microsoft.com/office/drawing/2014/main" id="{E0710398-489A-8E42-970A-84EBF2848538}"/>
                </a:ext>
              </a:extLst>
            </p:cNvPr>
            <p:cNvSpPr/>
            <p:nvPr/>
          </p:nvSpPr>
          <p:spPr bwMode="auto">
            <a:xfrm>
              <a:off x="6174401" y="5262205"/>
              <a:ext cx="631307" cy="6477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IP Src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71" name="矩形 24">
              <a:extLst>
                <a:ext uri="{FF2B5EF4-FFF2-40B4-BE49-F238E27FC236}">
                  <a16:creationId xmlns:a16="http://schemas.microsoft.com/office/drawing/2014/main" id="{36A6156D-DEAC-CD48-AB2C-460617505DF1}"/>
                </a:ext>
              </a:extLst>
            </p:cNvPr>
            <p:cNvSpPr/>
            <p:nvPr/>
          </p:nvSpPr>
          <p:spPr bwMode="auto">
            <a:xfrm>
              <a:off x="6805709" y="5262205"/>
              <a:ext cx="631307" cy="6477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IP Dst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72" name="矩形 25">
              <a:extLst>
                <a:ext uri="{FF2B5EF4-FFF2-40B4-BE49-F238E27FC236}">
                  <a16:creationId xmlns:a16="http://schemas.microsoft.com/office/drawing/2014/main" id="{1F3FF105-11DF-5A48-8361-56AEFF37DE1F}"/>
                </a:ext>
              </a:extLst>
            </p:cNvPr>
            <p:cNvSpPr/>
            <p:nvPr/>
          </p:nvSpPr>
          <p:spPr bwMode="auto">
            <a:xfrm>
              <a:off x="8706447" y="5262205"/>
              <a:ext cx="928796" cy="647700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48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TCP/UDP Src Port</a:t>
              </a:r>
              <a:endParaRPr kumimoji="0" lang="zh-TW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74" name="矩形 20">
              <a:extLst>
                <a:ext uri="{FF2B5EF4-FFF2-40B4-BE49-F238E27FC236}">
                  <a16:creationId xmlns:a16="http://schemas.microsoft.com/office/drawing/2014/main" id="{D4463F66-5C5E-EF4E-A286-CF91B7AD4661}"/>
                </a:ext>
              </a:extLst>
            </p:cNvPr>
            <p:cNvSpPr/>
            <p:nvPr/>
          </p:nvSpPr>
          <p:spPr bwMode="auto">
            <a:xfrm>
              <a:off x="5511311" y="5262205"/>
              <a:ext cx="655459" cy="647700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VLAN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 Pri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80" name="矩形 25">
              <a:extLst>
                <a:ext uri="{FF2B5EF4-FFF2-40B4-BE49-F238E27FC236}">
                  <a16:creationId xmlns:a16="http://schemas.microsoft.com/office/drawing/2014/main" id="{5FFDA9B9-54DA-4B46-8561-63255A4D55D6}"/>
                </a:ext>
              </a:extLst>
            </p:cNvPr>
            <p:cNvSpPr/>
            <p:nvPr/>
          </p:nvSpPr>
          <p:spPr bwMode="auto">
            <a:xfrm>
              <a:off x="9635243" y="5262205"/>
              <a:ext cx="928796" cy="647700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0"/>
                  <a:cs typeface="新細明體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48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新細明體" charset="0"/>
                  <a:cs typeface="新細明體" charset="0"/>
                </a:rPr>
                <a:t>TCP/UDP Dst Port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新細明體" charset="0"/>
                <a:cs typeface="新細明體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AAA8A2A-F690-D842-B569-854551A89B38}"/>
              </a:ext>
            </a:extLst>
          </p:cNvPr>
          <p:cNvGrpSpPr/>
          <p:nvPr/>
        </p:nvGrpSpPr>
        <p:grpSpPr>
          <a:xfrm>
            <a:off x="2930744" y="6077944"/>
            <a:ext cx="3235564" cy="549153"/>
            <a:chOff x="2826569" y="5888454"/>
            <a:chExt cx="3235564" cy="549153"/>
          </a:xfrm>
        </p:grpSpPr>
        <p:sp>
          <p:nvSpPr>
            <p:cNvPr id="123" name="文字方塊 29">
              <a:extLst>
                <a:ext uri="{FF2B5EF4-FFF2-40B4-BE49-F238E27FC236}">
                  <a16:creationId xmlns:a16="http://schemas.microsoft.com/office/drawing/2014/main" id="{CCD38D10-94F8-8543-A3D8-19F75A2CB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42" y="6069307"/>
              <a:ext cx="9604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Link layer</a:t>
              </a: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DD20D7D2-8080-1144-84E2-DF0AE45A3E07}"/>
                </a:ext>
              </a:extLst>
            </p:cNvPr>
            <p:cNvSpPr/>
            <p:nvPr/>
          </p:nvSpPr>
          <p:spPr>
            <a:xfrm rot="16200000">
              <a:off x="4340578" y="4374445"/>
              <a:ext cx="207546" cy="3235564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3E68CBD-0ADB-BF45-9811-313CB44A39FD}"/>
              </a:ext>
            </a:extLst>
          </p:cNvPr>
          <p:cNvGrpSpPr/>
          <p:nvPr/>
        </p:nvGrpSpPr>
        <p:grpSpPr>
          <a:xfrm>
            <a:off x="6210166" y="6082290"/>
            <a:ext cx="2473565" cy="543987"/>
            <a:chOff x="6105991" y="5892800"/>
            <a:chExt cx="2473565" cy="543987"/>
          </a:xfrm>
        </p:grpSpPr>
        <p:sp>
          <p:nvSpPr>
            <p:cNvPr id="139" name="文字方塊 29">
              <a:extLst>
                <a:ext uri="{FF2B5EF4-FFF2-40B4-BE49-F238E27FC236}">
                  <a16:creationId xmlns:a16="http://schemas.microsoft.com/office/drawing/2014/main" id="{3C4B37B7-4F49-904E-87DA-069F41CD9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18" y="6066899"/>
              <a:ext cx="13509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Network layer</a:t>
              </a: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Left Brace 156">
              <a:extLst>
                <a:ext uri="{FF2B5EF4-FFF2-40B4-BE49-F238E27FC236}">
                  <a16:creationId xmlns:a16="http://schemas.microsoft.com/office/drawing/2014/main" id="{2D2F3565-EA7A-1048-A9F5-6FD46BB2FE7C}"/>
                </a:ext>
              </a:extLst>
            </p:cNvPr>
            <p:cNvSpPr/>
            <p:nvPr/>
          </p:nvSpPr>
          <p:spPr>
            <a:xfrm rot="16200000">
              <a:off x="7238352" y="4760439"/>
              <a:ext cx="208844" cy="247356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B89AF4-D2C6-ED49-82AF-7F843E59C1F4}"/>
              </a:ext>
            </a:extLst>
          </p:cNvPr>
          <p:cNvGrpSpPr/>
          <p:nvPr/>
        </p:nvGrpSpPr>
        <p:grpSpPr>
          <a:xfrm>
            <a:off x="8436668" y="6082290"/>
            <a:ext cx="2349500" cy="547817"/>
            <a:chOff x="8332493" y="5892800"/>
            <a:chExt cx="2349500" cy="547817"/>
          </a:xfrm>
        </p:grpSpPr>
        <p:sp>
          <p:nvSpPr>
            <p:cNvPr id="140" name="文字方塊 29">
              <a:extLst>
                <a:ext uri="{FF2B5EF4-FFF2-40B4-BE49-F238E27FC236}">
                  <a16:creationId xmlns:a16="http://schemas.microsoft.com/office/drawing/2014/main" id="{2ABD9CD2-B6D6-3E47-89C5-B96007AAF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2493" y="6070729"/>
              <a:ext cx="23495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Transport layer</a:t>
              </a: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Left Brace 157">
              <a:extLst>
                <a:ext uri="{FF2B5EF4-FFF2-40B4-BE49-F238E27FC236}">
                  <a16:creationId xmlns:a16="http://schemas.microsoft.com/office/drawing/2014/main" id="{18486B04-E7B6-DC48-B5C3-FDA12199B810}"/>
                </a:ext>
              </a:extLst>
            </p:cNvPr>
            <p:cNvSpPr/>
            <p:nvPr/>
          </p:nvSpPr>
          <p:spPr>
            <a:xfrm rot="16200000">
              <a:off x="9405820" y="5104751"/>
              <a:ext cx="214489" cy="179058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" name="Slide Number Placeholder 3">
            <a:extLst>
              <a:ext uri="{FF2B5EF4-FFF2-40B4-BE49-F238E27FC236}">
                <a16:creationId xmlns:a16="http://schemas.microsoft.com/office/drawing/2014/main" id="{AA29DABC-DA37-E842-8BB6-80170D376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9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378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OpenFlow: examples</a:t>
            </a: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526E2F5F-20F8-C742-A735-6EA6D01366B2}"/>
              </a:ext>
            </a:extLst>
          </p:cNvPr>
          <p:cNvSpPr>
            <a:spLocks/>
          </p:cNvSpPr>
          <p:nvPr/>
        </p:nvSpPr>
        <p:spPr bwMode="auto">
          <a:xfrm>
            <a:off x="798077" y="2691365"/>
            <a:ext cx="93427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datagrams destined to IP address  51.6.0.8 should be forwarded to router output port 6 </a:t>
            </a:r>
          </a:p>
        </p:txBody>
      </p:sp>
      <p:sp>
        <p:nvSpPr>
          <p:cNvPr id="175" name="Rectangle 2">
            <a:extLst>
              <a:ext uri="{FF2B5EF4-FFF2-40B4-BE49-F238E27FC236}">
                <a16:creationId xmlns:a16="http://schemas.microsoft.com/office/drawing/2014/main" id="{C661A0EE-3CAA-A148-951F-09D37CCB355B}"/>
              </a:ext>
            </a:extLst>
          </p:cNvPr>
          <p:cNvSpPr>
            <a:spLocks/>
          </p:cNvSpPr>
          <p:nvPr/>
        </p:nvSpPr>
        <p:spPr bwMode="auto">
          <a:xfrm>
            <a:off x="887520" y="4590922"/>
            <a:ext cx="77819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Block (do not forward) all datagrams destined to TCP  port 22 (ssh port #)</a:t>
            </a:r>
          </a:p>
        </p:txBody>
      </p:sp>
      <p:sp>
        <p:nvSpPr>
          <p:cNvPr id="210" name="Rectangle 2">
            <a:extLst>
              <a:ext uri="{FF2B5EF4-FFF2-40B4-BE49-F238E27FC236}">
                <a16:creationId xmlns:a16="http://schemas.microsoft.com/office/drawing/2014/main" id="{EEA18CF9-70FA-D747-97D5-F01B3D51AB8F}"/>
              </a:ext>
            </a:extLst>
          </p:cNvPr>
          <p:cNvSpPr>
            <a:spLocks/>
          </p:cNvSpPr>
          <p:nvPr/>
        </p:nvSpPr>
        <p:spPr bwMode="auto">
          <a:xfrm>
            <a:off x="182298" y="6039302"/>
            <a:ext cx="70674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Block (do not forward) all datagrams sent by host 128.119.1.1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B4CC91-5961-D74B-BEE0-5BC611D103E7}"/>
              </a:ext>
            </a:extLst>
          </p:cNvPr>
          <p:cNvGrpSpPr/>
          <p:nvPr/>
        </p:nvGrpSpPr>
        <p:grpSpPr>
          <a:xfrm>
            <a:off x="899508" y="1408083"/>
            <a:ext cx="8825324" cy="1339207"/>
            <a:chOff x="899508" y="1408083"/>
            <a:chExt cx="8825324" cy="1339207"/>
          </a:xfrm>
        </p:grpSpPr>
        <p:sp>
          <p:nvSpPr>
            <p:cNvPr id="54" name="Rectangle 2">
              <a:extLst>
                <a:ext uri="{FF2B5EF4-FFF2-40B4-BE49-F238E27FC236}">
                  <a16:creationId xmlns:a16="http://schemas.microsoft.com/office/drawing/2014/main" id="{E453A9EB-8E25-5848-9167-008BB1389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508" y="1408083"/>
              <a:ext cx="37914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Destination-based forwarding:</a:t>
              </a:r>
            </a:p>
          </p:txBody>
        </p:sp>
        <p:sp>
          <p:nvSpPr>
            <p:cNvPr id="55" name="Rectangle 3">
              <a:extLst>
                <a:ext uri="{FF2B5EF4-FFF2-40B4-BE49-F238E27FC236}">
                  <a16:creationId xmlns:a16="http://schemas.microsoft.com/office/drawing/2014/main" id="{7C8B6D8A-6BE8-4647-9654-07BE563C9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23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E39ACBFE-5953-084E-8F77-0EB25D693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923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A850141C-A01C-844A-A1BF-3898D2F3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548" y="2420970"/>
              <a:ext cx="113347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FAB7056F-8C34-9141-B000-7855E5BA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723" y="2420970"/>
              <a:ext cx="6619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72C50015-7497-D942-AF54-C51884B63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711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3" name="Rectangle 31">
              <a:extLst>
                <a:ext uri="{FF2B5EF4-FFF2-40B4-BE49-F238E27FC236}">
                  <a16:creationId xmlns:a16="http://schemas.microsoft.com/office/drawing/2014/main" id="{DA496680-53BE-F546-95FD-109DD9F8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111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4" name="Rectangle 32">
              <a:extLst>
                <a:ext uri="{FF2B5EF4-FFF2-40B4-BE49-F238E27FC236}">
                  <a16:creationId xmlns:a16="http://schemas.microsoft.com/office/drawing/2014/main" id="{D7ECA26F-CAE0-534E-9D1D-C3EF04FE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044" y="2384457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51.6.0.8</a:t>
              </a:r>
            </a:p>
          </p:txBody>
        </p:sp>
        <p:sp>
          <p:nvSpPr>
            <p:cNvPr id="85" name="Rectangle 33">
              <a:extLst>
                <a:ext uri="{FF2B5EF4-FFF2-40B4-BE49-F238E27FC236}">
                  <a16:creationId xmlns:a16="http://schemas.microsoft.com/office/drawing/2014/main" id="{29DFF160-B878-0A4E-BFAD-249619777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8969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6" name="Rectangle 34">
              <a:extLst>
                <a:ext uri="{FF2B5EF4-FFF2-40B4-BE49-F238E27FC236}">
                  <a16:creationId xmlns:a16="http://schemas.microsoft.com/office/drawing/2014/main" id="{4167C8E0-56A3-FC46-93E9-54F4DA679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9369" y="2420970"/>
              <a:ext cx="6619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7" name="Rectangle 35">
              <a:extLst>
                <a:ext uri="{FF2B5EF4-FFF2-40B4-BE49-F238E27FC236}">
                  <a16:creationId xmlns:a16="http://schemas.microsoft.com/office/drawing/2014/main" id="{281B26ED-A2EE-A54F-9252-8583B4CB8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6455" y="241748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88" name="Rectangle 36">
              <a:extLst>
                <a:ext uri="{FF2B5EF4-FFF2-40B4-BE49-F238E27FC236}">
                  <a16:creationId xmlns:a16="http://schemas.microsoft.com/office/drawing/2014/main" id="{A5FAEAE2-0FFA-8A40-867D-054555F5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7593" y="2364472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port6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612BAEA-BA2E-DA46-9549-B7E27B157F26}"/>
                </a:ext>
              </a:extLst>
            </p:cNvPr>
            <p:cNvGrpSpPr/>
            <p:nvPr/>
          </p:nvGrpSpPr>
          <p:grpSpPr>
            <a:xfrm>
              <a:off x="908298" y="1842896"/>
              <a:ext cx="8816534" cy="537306"/>
              <a:chOff x="908298" y="1842896"/>
              <a:chExt cx="8816534" cy="537306"/>
            </a:xfrm>
          </p:grpSpPr>
          <p:sp>
            <p:nvSpPr>
              <p:cNvPr id="112" name="Rectangle 5">
                <a:extLst>
                  <a:ext uri="{FF2B5EF4-FFF2-40B4-BE49-F238E27FC236}">
                    <a16:creationId xmlns:a16="http://schemas.microsoft.com/office/drawing/2014/main" id="{E950D51E-2315-BC42-98A4-6022C583B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Rectangle 6">
                <a:extLst>
                  <a:ext uri="{FF2B5EF4-FFF2-40B4-BE49-F238E27FC236}">
                    <a16:creationId xmlns:a16="http://schemas.microsoft.com/office/drawing/2014/main" id="{81D71D4B-BB61-E949-9E4B-ECCDE5605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Switch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Port</a:t>
                </a:r>
              </a:p>
            </p:txBody>
          </p:sp>
          <p:sp>
            <p:nvSpPr>
              <p:cNvPr id="114" name="Rectangle 7">
                <a:extLst>
                  <a:ext uri="{FF2B5EF4-FFF2-40B4-BE49-F238E27FC236}">
                    <a16:creationId xmlns:a16="http://schemas.microsoft.com/office/drawing/2014/main" id="{B243B993-172B-C04C-AD45-F849E085F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8">
                <a:extLst>
                  <a:ext uri="{FF2B5EF4-FFF2-40B4-BE49-F238E27FC236}">
                    <a16:creationId xmlns:a16="http://schemas.microsoft.com/office/drawing/2014/main" id="{E029D11E-87DE-A54A-AED3-EAE717FDC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116" name="Rectangle 9">
                <a:extLst>
                  <a:ext uri="{FF2B5EF4-FFF2-40B4-BE49-F238E27FC236}">
                    <a16:creationId xmlns:a16="http://schemas.microsoft.com/office/drawing/2014/main" id="{07B913C3-C149-1F45-926A-DC740C5FC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Rectangle 10">
                <a:extLst>
                  <a:ext uri="{FF2B5EF4-FFF2-40B4-BE49-F238E27FC236}">
                    <a16:creationId xmlns:a16="http://schemas.microsoft.com/office/drawing/2014/main" id="{D6809EEE-8747-3B45-B512-88681A90E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118" name="Rectangle 11">
                <a:extLst>
                  <a:ext uri="{FF2B5EF4-FFF2-40B4-BE49-F238E27FC236}">
                    <a16:creationId xmlns:a16="http://schemas.microsoft.com/office/drawing/2014/main" id="{B8BECB12-67C4-EE4F-BF80-F66E6E478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Rectangle 12">
                <a:extLst>
                  <a:ext uri="{FF2B5EF4-FFF2-40B4-BE49-F238E27FC236}">
                    <a16:creationId xmlns:a16="http://schemas.microsoft.com/office/drawing/2014/main" id="{C434332D-59EC-B74F-9F8C-507B7CA15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type</a:t>
                </a:r>
              </a:p>
            </p:txBody>
          </p:sp>
          <p:sp>
            <p:nvSpPr>
              <p:cNvPr id="120" name="Rectangle 13">
                <a:extLst>
                  <a:ext uri="{FF2B5EF4-FFF2-40B4-BE49-F238E27FC236}">
                    <a16:creationId xmlns:a16="http://schemas.microsoft.com/office/drawing/2014/main" id="{0603B87A-5594-0143-9514-53E6B12CF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Rectangle 14">
                <a:extLst>
                  <a:ext uri="{FF2B5EF4-FFF2-40B4-BE49-F238E27FC236}">
                    <a16:creationId xmlns:a16="http://schemas.microsoft.com/office/drawing/2014/main" id="{84AA24BD-AF02-3744-9254-F7FAD6F63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ID</a:t>
                </a:r>
              </a:p>
            </p:txBody>
          </p:sp>
          <p:sp>
            <p:nvSpPr>
              <p:cNvPr id="122" name="Rectangle 15">
                <a:extLst>
                  <a:ext uri="{FF2B5EF4-FFF2-40B4-BE49-F238E27FC236}">
                    <a16:creationId xmlns:a16="http://schemas.microsoft.com/office/drawing/2014/main" id="{ACDCBE6B-E8E0-9E41-B964-CDA5370B3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3" name="Rectangle 16">
                <a:extLst>
                  <a:ext uri="{FF2B5EF4-FFF2-40B4-BE49-F238E27FC236}">
                    <a16:creationId xmlns:a16="http://schemas.microsoft.com/office/drawing/2014/main" id="{666E027C-E8EA-784F-82C7-2574F61B1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124" name="Rectangle 17">
                <a:extLst>
                  <a:ext uri="{FF2B5EF4-FFF2-40B4-BE49-F238E27FC236}">
                    <a16:creationId xmlns:a16="http://schemas.microsoft.com/office/drawing/2014/main" id="{DB9B35D3-E0C0-B649-A6FD-EDEEBD227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5" name="Rectangle 18">
                <a:extLst>
                  <a:ext uri="{FF2B5EF4-FFF2-40B4-BE49-F238E27FC236}">
                    <a16:creationId xmlns:a16="http://schemas.microsoft.com/office/drawing/2014/main" id="{3808025E-75EF-174C-B138-A3FFA79BD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126" name="Rectangle 19">
                <a:extLst>
                  <a:ext uri="{FF2B5EF4-FFF2-40B4-BE49-F238E27FC236}">
                    <a16:creationId xmlns:a16="http://schemas.microsoft.com/office/drawing/2014/main" id="{9595DC5C-50B7-2A42-BCD0-E4CFADBBB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20">
                <a:extLst>
                  <a:ext uri="{FF2B5EF4-FFF2-40B4-BE49-F238E27FC236}">
                    <a16:creationId xmlns:a16="http://schemas.microsoft.com/office/drawing/2014/main" id="{7C51EC29-85AF-D547-8269-C8EA4AC11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Prot</a:t>
                </a:r>
              </a:p>
            </p:txBody>
          </p:sp>
          <p:sp>
            <p:nvSpPr>
              <p:cNvPr id="128" name="Rectangle 21">
                <a:extLst>
                  <a:ext uri="{FF2B5EF4-FFF2-40B4-BE49-F238E27FC236}">
                    <a16:creationId xmlns:a16="http://schemas.microsoft.com/office/drawing/2014/main" id="{BAD7F435-F866-D349-A83E-F7AB76D77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9" name="Rectangle 22">
                <a:extLst>
                  <a:ext uri="{FF2B5EF4-FFF2-40B4-BE49-F238E27FC236}">
                    <a16:creationId xmlns:a16="http://schemas.microsoft.com/office/drawing/2014/main" id="{8CE88725-AAEE-994B-AFD5-4EBE14192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s-port</a:t>
                </a:r>
              </a:p>
            </p:txBody>
          </p:sp>
          <p:sp>
            <p:nvSpPr>
              <p:cNvPr id="130" name="Rectangle 23">
                <a:extLst>
                  <a:ext uri="{FF2B5EF4-FFF2-40B4-BE49-F238E27FC236}">
                    <a16:creationId xmlns:a16="http://schemas.microsoft.com/office/drawing/2014/main" id="{1C1A9E4D-EEBE-E145-972B-37EC05AC2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1" name="Rectangle 24">
                <a:extLst>
                  <a:ext uri="{FF2B5EF4-FFF2-40B4-BE49-F238E27FC236}">
                    <a16:creationId xmlns:a16="http://schemas.microsoft.com/office/drawing/2014/main" id="{4C87DB57-6E20-3642-9479-C343967A9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d-port</a:t>
                </a:r>
              </a:p>
            </p:txBody>
          </p:sp>
          <p:sp>
            <p:nvSpPr>
              <p:cNvPr id="132" name="Rectangle 25">
                <a:extLst>
                  <a:ext uri="{FF2B5EF4-FFF2-40B4-BE49-F238E27FC236}">
                    <a16:creationId xmlns:a16="http://schemas.microsoft.com/office/drawing/2014/main" id="{A75A9C67-B078-5B42-BE13-4697F8B0D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697D3A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Rectangle 26">
                <a:extLst>
                  <a:ext uri="{FF2B5EF4-FFF2-40B4-BE49-F238E27FC236}">
                    <a16:creationId xmlns:a16="http://schemas.microsoft.com/office/drawing/2014/main" id="{B36098C4-C85C-8B4A-996C-DED76ACA5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sp>
            <p:nvSpPr>
              <p:cNvPr id="134" name="Rectangle 13">
                <a:extLst>
                  <a:ext uri="{FF2B5EF4-FFF2-40B4-BE49-F238E27FC236}">
                    <a16:creationId xmlns:a16="http://schemas.microsoft.com/office/drawing/2014/main" id="{9ACCD522-4973-E94A-A564-912D7EA75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5" name="Rectangle 14">
                <a:extLst>
                  <a:ext uri="{FF2B5EF4-FFF2-40B4-BE49-F238E27FC236}">
                    <a16:creationId xmlns:a16="http://schemas.microsoft.com/office/drawing/2014/main" id="{C010EC06-CCA9-5746-B975-07A7EC8C7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Pri</a:t>
                </a:r>
              </a:p>
            </p:txBody>
          </p:sp>
          <p:sp>
            <p:nvSpPr>
              <p:cNvPr id="136" name="Rectangle 19">
                <a:extLst>
                  <a:ext uri="{FF2B5EF4-FFF2-40B4-BE49-F238E27FC236}">
                    <a16:creationId xmlns:a16="http://schemas.microsoft.com/office/drawing/2014/main" id="{EA8ABC0D-754C-124F-B949-4FB39006D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" name="Rectangle 20">
                <a:extLst>
                  <a:ext uri="{FF2B5EF4-FFF2-40B4-BE49-F238E27FC236}">
                    <a16:creationId xmlns:a16="http://schemas.microsoft.com/office/drawing/2014/main" id="{684B0FE5-4F76-9D48-80DA-D3BC54E66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ToS</a:t>
                </a:r>
              </a:p>
            </p:txBody>
          </p:sp>
        </p:grpSp>
        <p:sp>
          <p:nvSpPr>
            <p:cNvPr id="138" name="Rectangle 35">
              <a:extLst>
                <a:ext uri="{FF2B5EF4-FFF2-40B4-BE49-F238E27FC236}">
                  <a16:creationId xmlns:a16="http://schemas.microsoft.com/office/drawing/2014/main" id="{A4C40E4D-D9CD-4E48-B9DD-6E97BD58D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1445" y="2426615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92" name="Rectangle 31">
              <a:extLst>
                <a:ext uri="{FF2B5EF4-FFF2-40B4-BE49-F238E27FC236}">
                  <a16:creationId xmlns:a16="http://schemas.microsoft.com/office/drawing/2014/main" id="{68AA5B20-D9AE-4C42-BAB2-D1AA2EB0C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811" y="24209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EC63E77-7374-D949-887D-5F6F13097FB1}"/>
              </a:ext>
            </a:extLst>
          </p:cNvPr>
          <p:cNvGrpSpPr/>
          <p:nvPr/>
        </p:nvGrpSpPr>
        <p:grpSpPr>
          <a:xfrm>
            <a:off x="914400" y="3333754"/>
            <a:ext cx="8816534" cy="1376391"/>
            <a:chOff x="914400" y="3333754"/>
            <a:chExt cx="8816534" cy="1376391"/>
          </a:xfrm>
        </p:grpSpPr>
        <p:sp>
          <p:nvSpPr>
            <p:cNvPr id="140" name="Rectangle 3">
              <a:extLst>
                <a:ext uri="{FF2B5EF4-FFF2-40B4-BE49-F238E27FC236}">
                  <a16:creationId xmlns:a16="http://schemas.microsoft.com/office/drawing/2014/main" id="{EC64ED46-43A5-3B46-AF5D-5E39B460C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625" y="43894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1" name="Rectangle 27">
              <a:extLst>
                <a:ext uri="{FF2B5EF4-FFF2-40B4-BE49-F238E27FC236}">
                  <a16:creationId xmlns:a16="http://schemas.microsoft.com/office/drawing/2014/main" id="{045342D1-42C6-CF4C-97F9-990F4CEC9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025" y="43894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2" name="Rectangle 28">
              <a:extLst>
                <a:ext uri="{FF2B5EF4-FFF2-40B4-BE49-F238E27FC236}">
                  <a16:creationId xmlns:a16="http://schemas.microsoft.com/office/drawing/2014/main" id="{BEDBE7F8-8AB5-0B40-843B-8D55B05F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650" y="4389470"/>
              <a:ext cx="113347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8B0EDE9C-C97A-1C4C-A183-024B87F43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825" y="4389470"/>
              <a:ext cx="6619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4" name="Rectangle 30">
              <a:extLst>
                <a:ext uri="{FF2B5EF4-FFF2-40B4-BE49-F238E27FC236}">
                  <a16:creationId xmlns:a16="http://schemas.microsoft.com/office/drawing/2014/main" id="{D3A6A8C0-02B8-8E46-A0F9-02BF62540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813" y="43894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5" name="Rectangle 31">
              <a:extLst>
                <a:ext uri="{FF2B5EF4-FFF2-40B4-BE49-F238E27FC236}">
                  <a16:creationId xmlns:a16="http://schemas.microsoft.com/office/drawing/2014/main" id="{44917D04-8F58-D245-B8A9-8DFD2DFA1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213" y="43894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6" name="Rectangle 32">
              <a:extLst>
                <a:ext uri="{FF2B5EF4-FFF2-40B4-BE49-F238E27FC236}">
                  <a16:creationId xmlns:a16="http://schemas.microsoft.com/office/drawing/2014/main" id="{BF1C0060-393A-FA4C-A742-EE387B34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5146" y="4379333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7" name="Rectangle 33">
              <a:extLst>
                <a:ext uri="{FF2B5EF4-FFF2-40B4-BE49-F238E27FC236}">
                  <a16:creationId xmlns:a16="http://schemas.microsoft.com/office/drawing/2014/main" id="{328175E3-6E77-524B-94A8-3B6ED932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071" y="438947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8" name="Rectangle 34">
              <a:extLst>
                <a:ext uri="{FF2B5EF4-FFF2-40B4-BE49-F238E27FC236}">
                  <a16:creationId xmlns:a16="http://schemas.microsoft.com/office/drawing/2014/main" id="{88F33C0F-0E51-724C-8D7B-CD8583943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5471" y="4389470"/>
              <a:ext cx="6619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49" name="Rectangle 35">
              <a:extLst>
                <a:ext uri="{FF2B5EF4-FFF2-40B4-BE49-F238E27FC236}">
                  <a16:creationId xmlns:a16="http://schemas.microsoft.com/office/drawing/2014/main" id="{0A8E27CA-5333-4645-BD13-5B5EC2290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557" y="4385980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74" name="Rectangle 2">
              <a:extLst>
                <a:ext uri="{FF2B5EF4-FFF2-40B4-BE49-F238E27FC236}">
                  <a16:creationId xmlns:a16="http://schemas.microsoft.com/office/drawing/2014/main" id="{698219FB-1984-0F4C-9A2A-03629AC98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3333754"/>
              <a:ext cx="10538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Firewall:</a:t>
              </a:r>
            </a:p>
          </p:txBody>
        </p:sp>
        <p:sp>
          <p:nvSpPr>
            <p:cNvPr id="150" name="Rectangle 36">
              <a:extLst>
                <a:ext uri="{FF2B5EF4-FFF2-40B4-BE49-F238E27FC236}">
                  <a16:creationId xmlns:a16="http://schemas.microsoft.com/office/drawing/2014/main" id="{D1B78981-9892-764C-A139-D159220A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3695" y="433199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drop</a:t>
              </a: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CB16601-CDCF-EB49-87B1-0F9B5416891A}"/>
                </a:ext>
              </a:extLst>
            </p:cNvPr>
            <p:cNvGrpSpPr/>
            <p:nvPr/>
          </p:nvGrpSpPr>
          <p:grpSpPr>
            <a:xfrm>
              <a:off x="914400" y="3811396"/>
              <a:ext cx="8816534" cy="537306"/>
              <a:chOff x="908298" y="1842896"/>
              <a:chExt cx="8816534" cy="537306"/>
            </a:xfrm>
          </p:grpSpPr>
          <p:sp>
            <p:nvSpPr>
              <p:cNvPr id="152" name="Rectangle 5">
                <a:extLst>
                  <a:ext uri="{FF2B5EF4-FFF2-40B4-BE49-F238E27FC236}">
                    <a16:creationId xmlns:a16="http://schemas.microsoft.com/office/drawing/2014/main" id="{0E533D79-E367-C849-961B-C3945C168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3" name="Rectangle 6">
                <a:extLst>
                  <a:ext uri="{FF2B5EF4-FFF2-40B4-BE49-F238E27FC236}">
                    <a16:creationId xmlns:a16="http://schemas.microsoft.com/office/drawing/2014/main" id="{AFAD9CA5-19F2-F748-BF61-B6A9B0301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Switch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Port</a:t>
                </a:r>
              </a:p>
            </p:txBody>
          </p:sp>
          <p:sp>
            <p:nvSpPr>
              <p:cNvPr id="154" name="Rectangle 7">
                <a:extLst>
                  <a:ext uri="{FF2B5EF4-FFF2-40B4-BE49-F238E27FC236}">
                    <a16:creationId xmlns:a16="http://schemas.microsoft.com/office/drawing/2014/main" id="{C5F12322-9535-4349-987B-2F327040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">
                <a:extLst>
                  <a:ext uri="{FF2B5EF4-FFF2-40B4-BE49-F238E27FC236}">
                    <a16:creationId xmlns:a16="http://schemas.microsoft.com/office/drawing/2014/main" id="{49608E33-C97C-B043-A95A-A1BBB8077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156" name="Rectangle 9">
                <a:extLst>
                  <a:ext uri="{FF2B5EF4-FFF2-40B4-BE49-F238E27FC236}">
                    <a16:creationId xmlns:a16="http://schemas.microsoft.com/office/drawing/2014/main" id="{7F75A028-A9C2-7948-9E26-6B1AE1619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10">
                <a:extLst>
                  <a:ext uri="{FF2B5EF4-FFF2-40B4-BE49-F238E27FC236}">
                    <a16:creationId xmlns:a16="http://schemas.microsoft.com/office/drawing/2014/main" id="{CE16304A-93D1-6147-A26A-8F61BF0E4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158" name="Rectangle 11">
                <a:extLst>
                  <a:ext uri="{FF2B5EF4-FFF2-40B4-BE49-F238E27FC236}">
                    <a16:creationId xmlns:a16="http://schemas.microsoft.com/office/drawing/2014/main" id="{13D92DC5-ED91-A24B-B61B-591E6BC2E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9" name="Rectangle 12">
                <a:extLst>
                  <a:ext uri="{FF2B5EF4-FFF2-40B4-BE49-F238E27FC236}">
                    <a16:creationId xmlns:a16="http://schemas.microsoft.com/office/drawing/2014/main" id="{D225AECB-2FEB-A845-94A5-7B4FBAE56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type</a:t>
                </a:r>
              </a:p>
            </p:txBody>
          </p:sp>
          <p:sp>
            <p:nvSpPr>
              <p:cNvPr id="160" name="Rectangle 13">
                <a:extLst>
                  <a:ext uri="{FF2B5EF4-FFF2-40B4-BE49-F238E27FC236}">
                    <a16:creationId xmlns:a16="http://schemas.microsoft.com/office/drawing/2014/main" id="{B8FABEAF-4710-C94D-A722-41CBD26D9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1" name="Rectangle 14">
                <a:extLst>
                  <a:ext uri="{FF2B5EF4-FFF2-40B4-BE49-F238E27FC236}">
                    <a16:creationId xmlns:a16="http://schemas.microsoft.com/office/drawing/2014/main" id="{E862F81A-5430-B54C-88FA-2720AD423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ID</a:t>
                </a:r>
              </a:p>
            </p:txBody>
          </p:sp>
          <p:sp>
            <p:nvSpPr>
              <p:cNvPr id="162" name="Rectangle 15">
                <a:extLst>
                  <a:ext uri="{FF2B5EF4-FFF2-40B4-BE49-F238E27FC236}">
                    <a16:creationId xmlns:a16="http://schemas.microsoft.com/office/drawing/2014/main" id="{55C5912B-BB56-384D-B2A0-E0C58072D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Rectangle 16">
                <a:extLst>
                  <a:ext uri="{FF2B5EF4-FFF2-40B4-BE49-F238E27FC236}">
                    <a16:creationId xmlns:a16="http://schemas.microsoft.com/office/drawing/2014/main" id="{61DAE442-1FC5-5240-9A25-7B4F04066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177" name="Rectangle 17">
                <a:extLst>
                  <a:ext uri="{FF2B5EF4-FFF2-40B4-BE49-F238E27FC236}">
                    <a16:creationId xmlns:a16="http://schemas.microsoft.com/office/drawing/2014/main" id="{4A3CB54A-F07F-7A41-9388-2A250BA21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Rectangle 18">
                <a:extLst>
                  <a:ext uri="{FF2B5EF4-FFF2-40B4-BE49-F238E27FC236}">
                    <a16:creationId xmlns:a16="http://schemas.microsoft.com/office/drawing/2014/main" id="{23123971-B3B7-B149-9E3D-BD20422ED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179" name="Rectangle 19">
                <a:extLst>
                  <a:ext uri="{FF2B5EF4-FFF2-40B4-BE49-F238E27FC236}">
                    <a16:creationId xmlns:a16="http://schemas.microsoft.com/office/drawing/2014/main" id="{8FD42CC2-DBAA-0F44-8638-A99BEB72E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0">
                <a:extLst>
                  <a:ext uri="{FF2B5EF4-FFF2-40B4-BE49-F238E27FC236}">
                    <a16:creationId xmlns:a16="http://schemas.microsoft.com/office/drawing/2014/main" id="{F51FED94-423D-BA4D-9EC0-7F8CB0696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Prot</a:t>
                </a:r>
              </a:p>
            </p:txBody>
          </p:sp>
          <p:sp>
            <p:nvSpPr>
              <p:cNvPr id="181" name="Rectangle 21">
                <a:extLst>
                  <a:ext uri="{FF2B5EF4-FFF2-40B4-BE49-F238E27FC236}">
                    <a16:creationId xmlns:a16="http://schemas.microsoft.com/office/drawing/2014/main" id="{8243500F-0AA7-4D4E-B990-CBDE3AFBF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Rectangle 22">
                <a:extLst>
                  <a:ext uri="{FF2B5EF4-FFF2-40B4-BE49-F238E27FC236}">
                    <a16:creationId xmlns:a16="http://schemas.microsoft.com/office/drawing/2014/main" id="{414C5E2C-A745-6549-8B54-66D9E5680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s-port</a:t>
                </a:r>
              </a:p>
            </p:txBody>
          </p:sp>
          <p:sp>
            <p:nvSpPr>
              <p:cNvPr id="183" name="Rectangle 23">
                <a:extLst>
                  <a:ext uri="{FF2B5EF4-FFF2-40B4-BE49-F238E27FC236}">
                    <a16:creationId xmlns:a16="http://schemas.microsoft.com/office/drawing/2014/main" id="{6A103B89-F255-E74E-96A8-EAB4DACDB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4" name="Rectangle 24">
                <a:extLst>
                  <a:ext uri="{FF2B5EF4-FFF2-40B4-BE49-F238E27FC236}">
                    <a16:creationId xmlns:a16="http://schemas.microsoft.com/office/drawing/2014/main" id="{EDC37871-9763-FD41-B912-044E5F0F4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d-port</a:t>
                </a:r>
              </a:p>
            </p:txBody>
          </p:sp>
          <p:sp>
            <p:nvSpPr>
              <p:cNvPr id="185" name="Rectangle 25">
                <a:extLst>
                  <a:ext uri="{FF2B5EF4-FFF2-40B4-BE49-F238E27FC236}">
                    <a16:creationId xmlns:a16="http://schemas.microsoft.com/office/drawing/2014/main" id="{B999BDEC-7C35-3F40-8C49-6C4E21AF8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697D3A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26">
                <a:extLst>
                  <a:ext uri="{FF2B5EF4-FFF2-40B4-BE49-F238E27FC236}">
                    <a16:creationId xmlns:a16="http://schemas.microsoft.com/office/drawing/2014/main" id="{7613D3D2-8994-B54F-9220-FB40A2B13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sp>
            <p:nvSpPr>
              <p:cNvPr id="187" name="Rectangle 13">
                <a:extLst>
                  <a:ext uri="{FF2B5EF4-FFF2-40B4-BE49-F238E27FC236}">
                    <a16:creationId xmlns:a16="http://schemas.microsoft.com/office/drawing/2014/main" id="{7DB39F4D-7A82-6749-9F6A-3EADBC5CB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14">
                <a:extLst>
                  <a:ext uri="{FF2B5EF4-FFF2-40B4-BE49-F238E27FC236}">
                    <a16:creationId xmlns:a16="http://schemas.microsoft.com/office/drawing/2014/main" id="{44FBFA86-B4C2-6540-9FD6-5793AC6E9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Pri</a:t>
                </a:r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DB4C9FEC-EF13-8048-AF42-E1A4C2B49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1DD07B1B-9157-D144-B0C2-99FD1698F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ToS</a:t>
                </a:r>
              </a:p>
            </p:txBody>
          </p:sp>
        </p:grpSp>
        <p:sp>
          <p:nvSpPr>
            <p:cNvPr id="191" name="Rectangle 35">
              <a:extLst>
                <a:ext uri="{FF2B5EF4-FFF2-40B4-BE49-F238E27FC236}">
                  <a16:creationId xmlns:a16="http://schemas.microsoft.com/office/drawing/2014/main" id="{14434360-08B9-C145-8DE7-06A311851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7547" y="4342363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22</a:t>
              </a:r>
            </a:p>
          </p:txBody>
        </p:sp>
        <p:sp>
          <p:nvSpPr>
            <p:cNvPr id="193" name="Rectangle 32">
              <a:extLst>
                <a:ext uri="{FF2B5EF4-FFF2-40B4-BE49-F238E27FC236}">
                  <a16:creationId xmlns:a16="http://schemas.microsoft.com/office/drawing/2014/main" id="{B0EC3C66-AC13-324E-8D9B-02EB01198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315" y="4382264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0D204D1-8DDC-A743-9FC3-3E5918DF3E22}"/>
              </a:ext>
            </a:extLst>
          </p:cNvPr>
          <p:cNvGrpSpPr/>
          <p:nvPr/>
        </p:nvGrpSpPr>
        <p:grpSpPr>
          <a:xfrm>
            <a:off x="914400" y="5202287"/>
            <a:ext cx="8816534" cy="910324"/>
            <a:chOff x="914400" y="5202287"/>
            <a:chExt cx="8816534" cy="910324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07921EF8-4B3F-E94A-B9DD-CF0D8E0B9DBB}"/>
                </a:ext>
              </a:extLst>
            </p:cNvPr>
            <p:cNvGrpSpPr/>
            <p:nvPr/>
          </p:nvGrpSpPr>
          <p:grpSpPr>
            <a:xfrm>
              <a:off x="914400" y="5202287"/>
              <a:ext cx="8816534" cy="537306"/>
              <a:chOff x="908298" y="1842896"/>
              <a:chExt cx="8816534" cy="537306"/>
            </a:xfrm>
          </p:grpSpPr>
          <p:sp>
            <p:nvSpPr>
              <p:cNvPr id="195" name="Rectangle 5">
                <a:extLst>
                  <a:ext uri="{FF2B5EF4-FFF2-40B4-BE49-F238E27FC236}">
                    <a16:creationId xmlns:a16="http://schemas.microsoft.com/office/drawing/2014/main" id="{0A5F6015-04EF-0B44-991D-9F343825D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6" name="Rectangle 6">
                <a:extLst>
                  <a:ext uri="{FF2B5EF4-FFF2-40B4-BE49-F238E27FC236}">
                    <a16:creationId xmlns:a16="http://schemas.microsoft.com/office/drawing/2014/main" id="{218413A2-3D7F-BB40-A021-75B3072AC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Switch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Port</a:t>
                </a:r>
              </a:p>
            </p:txBody>
          </p:sp>
          <p:sp>
            <p:nvSpPr>
              <p:cNvPr id="197" name="Rectangle 7">
                <a:extLst>
                  <a:ext uri="{FF2B5EF4-FFF2-40B4-BE49-F238E27FC236}">
                    <a16:creationId xmlns:a16="http://schemas.microsoft.com/office/drawing/2014/main" id="{34A22EBA-8429-314E-AE49-1623B70B5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8" name="Rectangle 8">
                <a:extLst>
                  <a:ext uri="{FF2B5EF4-FFF2-40B4-BE49-F238E27FC236}">
                    <a16:creationId xmlns:a16="http://schemas.microsoft.com/office/drawing/2014/main" id="{4DA92BC3-7BB5-B34B-A2E1-C2D17235B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199" name="Rectangle 9">
                <a:extLst>
                  <a:ext uri="{FF2B5EF4-FFF2-40B4-BE49-F238E27FC236}">
                    <a16:creationId xmlns:a16="http://schemas.microsoft.com/office/drawing/2014/main" id="{17C7CA13-2C51-DC4F-80B3-9E5405746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7" name="Rectangle 10">
                <a:extLst>
                  <a:ext uri="{FF2B5EF4-FFF2-40B4-BE49-F238E27FC236}">
                    <a16:creationId xmlns:a16="http://schemas.microsoft.com/office/drawing/2014/main" id="{8FCB679B-2DE4-0C47-99E7-0AC048D01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MAC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258" name="Rectangle 11">
                <a:extLst>
                  <a:ext uri="{FF2B5EF4-FFF2-40B4-BE49-F238E27FC236}">
                    <a16:creationId xmlns:a16="http://schemas.microsoft.com/office/drawing/2014/main" id="{4D6953E0-158F-E94E-BDF0-75FBB1356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9" name="Rectangle 12">
                <a:extLst>
                  <a:ext uri="{FF2B5EF4-FFF2-40B4-BE49-F238E27FC236}">
                    <a16:creationId xmlns:a16="http://schemas.microsoft.com/office/drawing/2014/main" id="{12985EE5-BB23-9B46-B2FD-D093AEE85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type</a:t>
                </a:r>
              </a:p>
            </p:txBody>
          </p:sp>
          <p:sp>
            <p:nvSpPr>
              <p:cNvPr id="260" name="Rectangle 13">
                <a:extLst>
                  <a:ext uri="{FF2B5EF4-FFF2-40B4-BE49-F238E27FC236}">
                    <a16:creationId xmlns:a16="http://schemas.microsoft.com/office/drawing/2014/main" id="{901A8102-2758-F446-9353-966176F483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1" name="Rectangle 14">
                <a:extLst>
                  <a:ext uri="{FF2B5EF4-FFF2-40B4-BE49-F238E27FC236}">
                    <a16:creationId xmlns:a16="http://schemas.microsoft.com/office/drawing/2014/main" id="{50681195-E620-894B-A31E-991F36E4A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ID</a:t>
                </a:r>
              </a:p>
            </p:txBody>
          </p:sp>
          <p:sp>
            <p:nvSpPr>
              <p:cNvPr id="262" name="Rectangle 15">
                <a:extLst>
                  <a:ext uri="{FF2B5EF4-FFF2-40B4-BE49-F238E27FC236}">
                    <a16:creationId xmlns:a16="http://schemas.microsoft.com/office/drawing/2014/main" id="{96DB3AA6-CBFE-DB4E-AB1E-78303B3BF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Rectangle 16">
                <a:extLst>
                  <a:ext uri="{FF2B5EF4-FFF2-40B4-BE49-F238E27FC236}">
                    <a16:creationId xmlns:a16="http://schemas.microsoft.com/office/drawing/2014/main" id="{C4FE2E68-A8AC-7B49-959C-F71BE98C7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Src</a:t>
                </a:r>
              </a:p>
            </p:txBody>
          </p:sp>
          <p:sp>
            <p:nvSpPr>
              <p:cNvPr id="264" name="Rectangle 17">
                <a:extLst>
                  <a:ext uri="{FF2B5EF4-FFF2-40B4-BE49-F238E27FC236}">
                    <a16:creationId xmlns:a16="http://schemas.microsoft.com/office/drawing/2014/main" id="{9574B4F7-E691-C04D-B89C-CA191374E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Rectangle 18">
                <a:extLst>
                  <a:ext uri="{FF2B5EF4-FFF2-40B4-BE49-F238E27FC236}">
                    <a16:creationId xmlns:a16="http://schemas.microsoft.com/office/drawing/2014/main" id="{68BFEFFF-DB56-694D-90A4-51E3FEE7F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Dst</a:t>
                </a:r>
              </a:p>
            </p:txBody>
          </p:sp>
          <p:sp>
            <p:nvSpPr>
              <p:cNvPr id="266" name="Rectangle 19">
                <a:extLst>
                  <a:ext uri="{FF2B5EF4-FFF2-40B4-BE49-F238E27FC236}">
                    <a16:creationId xmlns:a16="http://schemas.microsoft.com/office/drawing/2014/main" id="{0D921F8B-2B4A-7142-95C0-460B9891A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7" name="Rectangle 20">
                <a:extLst>
                  <a:ext uri="{FF2B5EF4-FFF2-40B4-BE49-F238E27FC236}">
                    <a16:creationId xmlns:a16="http://schemas.microsoft.com/office/drawing/2014/main" id="{73B158BE-2D4C-BB4C-B9E2-72FB1C352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Prot</a:t>
                </a:r>
              </a:p>
            </p:txBody>
          </p:sp>
          <p:sp>
            <p:nvSpPr>
              <p:cNvPr id="268" name="Rectangle 21">
                <a:extLst>
                  <a:ext uri="{FF2B5EF4-FFF2-40B4-BE49-F238E27FC236}">
                    <a16:creationId xmlns:a16="http://schemas.microsoft.com/office/drawing/2014/main" id="{21BC995C-EA10-8A4A-86C9-09E9D18A5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9" name="Rectangle 22">
                <a:extLst>
                  <a:ext uri="{FF2B5EF4-FFF2-40B4-BE49-F238E27FC236}">
                    <a16:creationId xmlns:a16="http://schemas.microsoft.com/office/drawing/2014/main" id="{A7CF76F0-7B38-514E-8F35-21857DFF5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s-port</a:t>
                </a:r>
              </a:p>
            </p:txBody>
          </p:sp>
          <p:sp>
            <p:nvSpPr>
              <p:cNvPr id="270" name="Rectangle 23">
                <a:extLst>
                  <a:ext uri="{FF2B5EF4-FFF2-40B4-BE49-F238E27FC236}">
                    <a16:creationId xmlns:a16="http://schemas.microsoft.com/office/drawing/2014/main" id="{93987477-D8FA-DA45-8852-6C39439B8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1" name="Rectangle 24">
                <a:extLst>
                  <a:ext uri="{FF2B5EF4-FFF2-40B4-BE49-F238E27FC236}">
                    <a16:creationId xmlns:a16="http://schemas.microsoft.com/office/drawing/2014/main" id="{72A25E18-29FD-B54E-93AB-BFBD1F5E4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TCP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d-port</a:t>
                </a:r>
              </a:p>
            </p:txBody>
          </p:sp>
          <p:sp>
            <p:nvSpPr>
              <p:cNvPr id="272" name="Rectangle 25">
                <a:extLst>
                  <a:ext uri="{FF2B5EF4-FFF2-40B4-BE49-F238E27FC236}">
                    <a16:creationId xmlns:a16="http://schemas.microsoft.com/office/drawing/2014/main" id="{ECF746A0-10FF-564E-B0C2-FDF04E94D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697D3A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Rectangle 26">
                <a:extLst>
                  <a:ext uri="{FF2B5EF4-FFF2-40B4-BE49-F238E27FC236}">
                    <a16:creationId xmlns:a16="http://schemas.microsoft.com/office/drawing/2014/main" id="{FCC55685-57B0-C04F-89AF-A3B4CAC4C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sp>
            <p:nvSpPr>
              <p:cNvPr id="274" name="Rectangle 13">
                <a:extLst>
                  <a:ext uri="{FF2B5EF4-FFF2-40B4-BE49-F238E27FC236}">
                    <a16:creationId xmlns:a16="http://schemas.microsoft.com/office/drawing/2014/main" id="{87CD17FF-C15F-BD4E-93F5-C59B45062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5" name="Rectangle 14">
                <a:extLst>
                  <a:ext uri="{FF2B5EF4-FFF2-40B4-BE49-F238E27FC236}">
                    <a16:creationId xmlns:a16="http://schemas.microsoft.com/office/drawing/2014/main" id="{2238CFE9-E305-8F4D-8279-4F4730026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VLAN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Pri</a:t>
                </a:r>
              </a:p>
            </p:txBody>
          </p:sp>
          <p:sp>
            <p:nvSpPr>
              <p:cNvPr id="276" name="Rectangle 19">
                <a:extLst>
                  <a:ext uri="{FF2B5EF4-FFF2-40B4-BE49-F238E27FC236}">
                    <a16:creationId xmlns:a16="http://schemas.microsoft.com/office/drawing/2014/main" id="{487609AB-80CB-C641-A595-4C81B4D32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7" name="Rectangle 20">
                <a:extLst>
                  <a:ext uri="{FF2B5EF4-FFF2-40B4-BE49-F238E27FC236}">
                    <a16:creationId xmlns:a16="http://schemas.microsoft.com/office/drawing/2014/main" id="{083990C2-30DC-B24D-89EC-C954EEAA5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4572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rPr>
                  <a:t>ToS</a:t>
                </a:r>
              </a:p>
            </p:txBody>
          </p:sp>
        </p:grpSp>
        <p:sp>
          <p:nvSpPr>
            <p:cNvPr id="278" name="Rectangle 3">
              <a:extLst>
                <a:ext uri="{FF2B5EF4-FFF2-40B4-BE49-F238E27FC236}">
                  <a16:creationId xmlns:a16="http://schemas.microsoft.com/office/drawing/2014/main" id="{3D538A99-E373-2843-A395-0BCD8CEA8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579193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79" name="Rectangle 27">
              <a:extLst>
                <a:ext uri="{FF2B5EF4-FFF2-40B4-BE49-F238E27FC236}">
                  <a16:creationId xmlns:a16="http://schemas.microsoft.com/office/drawing/2014/main" id="{7592C1BA-488D-F341-B343-A07F6E1D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800" y="579193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0" name="Rectangle 28">
              <a:extLst>
                <a:ext uri="{FF2B5EF4-FFF2-40B4-BE49-F238E27FC236}">
                  <a16:creationId xmlns:a16="http://schemas.microsoft.com/office/drawing/2014/main" id="{EB6E85EC-CDDC-574B-BC87-267E65A4F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425" y="5791936"/>
              <a:ext cx="113347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1" name="Rectangle 29">
              <a:extLst>
                <a:ext uri="{FF2B5EF4-FFF2-40B4-BE49-F238E27FC236}">
                  <a16:creationId xmlns:a16="http://schemas.microsoft.com/office/drawing/2014/main" id="{2CE31FDA-E835-2C43-80A4-494731B46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00" y="5791936"/>
              <a:ext cx="6619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2" name="Rectangle 30">
              <a:extLst>
                <a:ext uri="{FF2B5EF4-FFF2-40B4-BE49-F238E27FC236}">
                  <a16:creationId xmlns:a16="http://schemas.microsoft.com/office/drawing/2014/main" id="{637AED49-0E95-FB47-8B81-2E5FA378C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588" y="579193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3" name="Rectangle 31">
              <a:extLst>
                <a:ext uri="{FF2B5EF4-FFF2-40B4-BE49-F238E27FC236}">
                  <a16:creationId xmlns:a16="http://schemas.microsoft.com/office/drawing/2014/main" id="{E29B6916-0DE6-8F40-B29F-353E3767D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988" y="579193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4" name="Rectangle 32">
              <a:extLst>
                <a:ext uri="{FF2B5EF4-FFF2-40B4-BE49-F238E27FC236}">
                  <a16:creationId xmlns:a16="http://schemas.microsoft.com/office/drawing/2014/main" id="{9FBE9C2F-CFA2-9F4D-9EEA-B603925D8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8921" y="5781799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5" name="Rectangle 33">
              <a:extLst>
                <a:ext uri="{FF2B5EF4-FFF2-40B4-BE49-F238E27FC236}">
                  <a16:creationId xmlns:a16="http://schemas.microsoft.com/office/drawing/2014/main" id="{8F7452E9-7359-A848-8C21-AD6F9EF2B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8846" y="579193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6" name="Rectangle 34">
              <a:extLst>
                <a:ext uri="{FF2B5EF4-FFF2-40B4-BE49-F238E27FC236}">
                  <a16:creationId xmlns:a16="http://schemas.microsoft.com/office/drawing/2014/main" id="{C7FC204D-475E-B44A-907D-705ACD733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9246" y="5791936"/>
              <a:ext cx="6619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7" name="Rectangle 35">
              <a:extLst>
                <a:ext uri="{FF2B5EF4-FFF2-40B4-BE49-F238E27FC236}">
                  <a16:creationId xmlns:a16="http://schemas.microsoft.com/office/drawing/2014/main" id="{4B9C886A-4915-D245-93DB-9F1DA8798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6332" y="5788446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88" name="Rectangle 36">
              <a:extLst>
                <a:ext uri="{FF2B5EF4-FFF2-40B4-BE49-F238E27FC236}">
                  <a16:creationId xmlns:a16="http://schemas.microsoft.com/office/drawing/2014/main" id="{BB727D3E-2308-E141-AE05-DE74EB48D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7470" y="5734462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drop</a:t>
              </a:r>
            </a:p>
          </p:txBody>
        </p:sp>
        <p:sp>
          <p:nvSpPr>
            <p:cNvPr id="289" name="Rectangle 35">
              <a:extLst>
                <a:ext uri="{FF2B5EF4-FFF2-40B4-BE49-F238E27FC236}">
                  <a16:creationId xmlns:a16="http://schemas.microsoft.com/office/drawing/2014/main" id="{3F333C50-5FDD-3A4C-9EC2-303F354A0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1322" y="5791129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290" name="Rectangle 32">
              <a:extLst>
                <a:ext uri="{FF2B5EF4-FFF2-40B4-BE49-F238E27FC236}">
                  <a16:creationId xmlns:a16="http://schemas.microsoft.com/office/drawing/2014/main" id="{5B8DF240-DF5F-684C-BD17-FF8BBD2A8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217" y="5750006"/>
              <a:ext cx="79108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128.119.1.1</a:t>
              </a:r>
            </a:p>
          </p:txBody>
        </p:sp>
      </p:grpSp>
      <p:sp>
        <p:nvSpPr>
          <p:cNvPr id="139" name="Slide Number Placeholder 3">
            <a:extLst>
              <a:ext uri="{FF2B5EF4-FFF2-40B4-BE49-F238E27FC236}">
                <a16:creationId xmlns:a16="http://schemas.microsoft.com/office/drawing/2014/main" id="{EFB5062F-EFE8-6D43-B7D3-4E78EAF54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2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75" grpId="0"/>
      <p:bldP spid="2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OpenFlow: examples</a:t>
            </a: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E453A9EB-8E25-5848-9167-008BB1389040}"/>
              </a:ext>
            </a:extLst>
          </p:cNvPr>
          <p:cNvSpPr>
            <a:spLocks/>
          </p:cNvSpPr>
          <p:nvPr/>
        </p:nvSpPr>
        <p:spPr bwMode="auto">
          <a:xfrm>
            <a:off x="914400" y="1558262"/>
            <a:ext cx="4726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2 destination-based forwarding:</a:t>
            </a: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526E2F5F-20F8-C742-A735-6EA6D01366B2}"/>
              </a:ext>
            </a:extLst>
          </p:cNvPr>
          <p:cNvSpPr>
            <a:spLocks/>
          </p:cNvSpPr>
          <p:nvPr/>
        </p:nvSpPr>
        <p:spPr bwMode="auto">
          <a:xfrm>
            <a:off x="914400" y="3287099"/>
            <a:ext cx="934278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2 frames with destination  MAC address 22:A7:23:11:E1:02 should be forwarded to output port 3 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4FE93C3-7F2B-9B41-BCB9-79CBD116C450}"/>
              </a:ext>
            </a:extLst>
          </p:cNvPr>
          <p:cNvGrpSpPr/>
          <p:nvPr/>
        </p:nvGrpSpPr>
        <p:grpSpPr>
          <a:xfrm>
            <a:off x="914400" y="2912790"/>
            <a:ext cx="8729763" cy="396694"/>
            <a:chOff x="685800" y="2252402"/>
            <a:chExt cx="8729763" cy="396694"/>
          </a:xfrm>
        </p:grpSpPr>
        <p:sp>
          <p:nvSpPr>
            <p:cNvPr id="120" name="Rectangle 3">
              <a:extLst>
                <a:ext uri="{FF2B5EF4-FFF2-40B4-BE49-F238E27FC236}">
                  <a16:creationId xmlns:a16="http://schemas.microsoft.com/office/drawing/2014/main" id="{9848C67A-904B-374D-BC21-BF6414ADC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1" name="Rectangle 28">
              <a:extLst>
                <a:ext uri="{FF2B5EF4-FFF2-40B4-BE49-F238E27FC236}">
                  <a16:creationId xmlns:a16="http://schemas.microsoft.com/office/drawing/2014/main" id="{1810A5C8-98D3-6947-919D-475505571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937" y="2301413"/>
              <a:ext cx="113347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2" name="Rectangle 29">
              <a:extLst>
                <a:ext uri="{FF2B5EF4-FFF2-40B4-BE49-F238E27FC236}">
                  <a16:creationId xmlns:a16="http://schemas.microsoft.com/office/drawing/2014/main" id="{E6EDAC02-F7BE-1041-A899-04B5F0BF2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2312988"/>
              <a:ext cx="6619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3" name="Rectangle 30">
              <a:extLst>
                <a:ext uri="{FF2B5EF4-FFF2-40B4-BE49-F238E27FC236}">
                  <a16:creationId xmlns:a16="http://schemas.microsoft.com/office/drawing/2014/main" id="{9C071D85-304A-F84A-8D62-00CD69704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988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4" name="Rectangle 31">
              <a:extLst>
                <a:ext uri="{FF2B5EF4-FFF2-40B4-BE49-F238E27FC236}">
                  <a16:creationId xmlns:a16="http://schemas.microsoft.com/office/drawing/2014/main" id="{C8E35E78-B4F2-8344-B6B9-D93EC0D91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388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5" name="Rectangle 32">
              <a:extLst>
                <a:ext uri="{FF2B5EF4-FFF2-40B4-BE49-F238E27FC236}">
                  <a16:creationId xmlns:a16="http://schemas.microsoft.com/office/drawing/2014/main" id="{230156F2-085F-284F-932F-D7A6B1363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788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6" name="Rectangle 33">
              <a:extLst>
                <a:ext uri="{FF2B5EF4-FFF2-40B4-BE49-F238E27FC236}">
                  <a16:creationId xmlns:a16="http://schemas.microsoft.com/office/drawing/2014/main" id="{12D0F3E6-62DD-9D49-9D39-FAEED543F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7" name="Rectangle 34">
              <a:extLst>
                <a:ext uri="{FF2B5EF4-FFF2-40B4-BE49-F238E27FC236}">
                  <a16:creationId xmlns:a16="http://schemas.microsoft.com/office/drawing/2014/main" id="{2F0EBD6C-DF0D-2A4A-8B89-D88AEB9E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0113" y="2312988"/>
              <a:ext cx="6619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8" name="Rectangle 35">
              <a:extLst>
                <a:ext uri="{FF2B5EF4-FFF2-40B4-BE49-F238E27FC236}">
                  <a16:creationId xmlns:a16="http://schemas.microsoft.com/office/drawing/2014/main" id="{7DD7A14C-0B13-C44E-9261-ED78E7DD4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100" y="2312988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39C785D8-4D11-5C4B-BB42-BF0057389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5163" y="2255115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port3</a:t>
              </a:r>
            </a:p>
          </p:txBody>
        </p:sp>
        <p:sp>
          <p:nvSpPr>
            <p:cNvPr id="130" name="Rectangle 28">
              <a:extLst>
                <a:ext uri="{FF2B5EF4-FFF2-40B4-BE49-F238E27FC236}">
                  <a16:creationId xmlns:a16="http://schemas.microsoft.com/office/drawing/2014/main" id="{C0A96BD1-4DBB-2540-A915-F9C880AA7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856" y="2252402"/>
              <a:ext cx="658813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22:A7:23: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11:E1:02</a:t>
              </a:r>
            </a:p>
          </p:txBody>
        </p:sp>
        <p:sp>
          <p:nvSpPr>
            <p:cNvPr id="94" name="Rectangle 35">
              <a:extLst>
                <a:ext uri="{FF2B5EF4-FFF2-40B4-BE49-F238E27FC236}">
                  <a16:creationId xmlns:a16="http://schemas.microsoft.com/office/drawing/2014/main" id="{C9472763-3FD2-D54F-B3D2-5ABDCEA0B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3786" y="2326492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95" name="Rectangle 35">
              <a:extLst>
                <a:ext uri="{FF2B5EF4-FFF2-40B4-BE49-F238E27FC236}">
                  <a16:creationId xmlns:a16="http://schemas.microsoft.com/office/drawing/2014/main" id="{CFB47157-C52E-C14D-A603-BA63E0CDD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472" y="2328421"/>
              <a:ext cx="660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*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944F50-A95F-6E42-BB21-C47A46D5A227}"/>
              </a:ext>
            </a:extLst>
          </p:cNvPr>
          <p:cNvGrpSpPr/>
          <p:nvPr/>
        </p:nvGrpSpPr>
        <p:grpSpPr>
          <a:xfrm>
            <a:off x="914400" y="2179365"/>
            <a:ext cx="8816534" cy="537306"/>
            <a:chOff x="908298" y="1842896"/>
            <a:chExt cx="8816534" cy="537306"/>
          </a:xfrm>
        </p:grpSpPr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AF12B3AE-F53B-B04D-B369-C6FD02BF3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112" y="1847978"/>
              <a:ext cx="660832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Rectangle 6">
              <a:extLst>
                <a:ext uri="{FF2B5EF4-FFF2-40B4-BE49-F238E27FC236}">
                  <a16:creationId xmlns:a16="http://schemas.microsoft.com/office/drawing/2014/main" id="{69F0497B-35F0-444B-8F9E-AB98291B9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298" y="1851027"/>
              <a:ext cx="657483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Port</a:t>
              </a:r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7964A668-1818-0D47-B45D-9AA2C7F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944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727FF474-27BC-164F-B477-01CE6A894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479" y="1842896"/>
              <a:ext cx="657483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MAC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src</a:t>
              </a:r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B7F43826-3825-A947-B8FB-82966322A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892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DCDEA4E6-C9C4-AD4E-91A3-0CB3EF7D5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31" y="1842896"/>
              <a:ext cx="632925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MAC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dst</a:t>
              </a:r>
            </a:p>
          </p:txBody>
        </p:sp>
        <p:sp>
          <p:nvSpPr>
            <p:cNvPr id="50" name="Rectangle 11">
              <a:extLst>
                <a:ext uri="{FF2B5EF4-FFF2-40B4-BE49-F238E27FC236}">
                  <a16:creationId xmlns:a16="http://schemas.microsoft.com/office/drawing/2014/main" id="{E3C8548B-EA9C-8246-9987-869920B43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654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Rectangle 12">
              <a:extLst>
                <a:ext uri="{FF2B5EF4-FFF2-40B4-BE49-F238E27FC236}">
                  <a16:creationId xmlns:a16="http://schemas.microsoft.com/office/drawing/2014/main" id="{BAFA967D-7543-2240-A606-AF4E1373C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422" y="1842896"/>
              <a:ext cx="658599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Eth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type</a:t>
              </a:r>
            </a:p>
          </p:txBody>
        </p:sp>
        <p:sp>
          <p:nvSpPr>
            <p:cNvPr id="52" name="Rectangle 13">
              <a:extLst>
                <a:ext uri="{FF2B5EF4-FFF2-40B4-BE49-F238E27FC236}">
                  <a16:creationId xmlns:a16="http://schemas.microsoft.com/office/drawing/2014/main" id="{E982406B-480F-B647-A253-CEDCA6DEE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602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Rectangle 14">
              <a:extLst>
                <a:ext uri="{FF2B5EF4-FFF2-40B4-BE49-F238E27FC236}">
                  <a16:creationId xmlns:a16="http://schemas.microsoft.com/office/drawing/2014/main" id="{A8C8B869-BAA0-254C-971E-66810221A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835" y="1842896"/>
              <a:ext cx="658599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VLAN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ID</a:t>
              </a:r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40952A83-9312-2444-A939-42CFB355F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598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Rectangle 16">
              <a:extLst>
                <a:ext uri="{FF2B5EF4-FFF2-40B4-BE49-F238E27FC236}">
                  <a16:creationId xmlns:a16="http://schemas.microsoft.com/office/drawing/2014/main" id="{788FFD0C-F9CE-1043-A77D-719BAF579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295" y="1842896"/>
              <a:ext cx="657483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IP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Src</a:t>
              </a:r>
            </a:p>
          </p:txBody>
        </p:sp>
        <p:sp>
          <p:nvSpPr>
            <p:cNvPr id="79" name="Rectangle 17">
              <a:extLst>
                <a:ext uri="{FF2B5EF4-FFF2-40B4-BE49-F238E27FC236}">
                  <a16:creationId xmlns:a16="http://schemas.microsoft.com/office/drawing/2014/main" id="{E02188A9-49E0-7846-9A31-DACB21CB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8360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EC5453A4-CEFD-2E4F-9BB4-2C94BF0A2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3895" y="1842896"/>
              <a:ext cx="666413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IP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Dst</a:t>
              </a:r>
            </a:p>
          </p:txBody>
        </p:sp>
        <p:sp>
          <p:nvSpPr>
            <p:cNvPr id="81" name="Rectangle 19">
              <a:extLst>
                <a:ext uri="{FF2B5EF4-FFF2-40B4-BE49-F238E27FC236}">
                  <a16:creationId xmlns:a16="http://schemas.microsoft.com/office/drawing/2014/main" id="{F6B65A36-E79D-A04F-94D9-ADD42417E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0308" y="1847978"/>
              <a:ext cx="660832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Rectangle 20">
              <a:extLst>
                <a:ext uri="{FF2B5EF4-FFF2-40B4-BE49-F238E27FC236}">
                  <a16:creationId xmlns:a16="http://schemas.microsoft.com/office/drawing/2014/main" id="{45A2D278-3694-A643-BC10-3E42EF81F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1424" y="1842896"/>
              <a:ext cx="650785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IP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Prot</a:t>
              </a:r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7911A9BF-9CED-214D-BDDE-8C4985506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454" y="185495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22">
              <a:extLst>
                <a:ext uri="{FF2B5EF4-FFF2-40B4-BE49-F238E27FC236}">
                  <a16:creationId xmlns:a16="http://schemas.microsoft.com/office/drawing/2014/main" id="{B82E42AD-7D55-744C-91C8-E2A3E311D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9786" y="1849876"/>
              <a:ext cx="665297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TCP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s-port</a:t>
              </a:r>
            </a:p>
          </p:txBody>
        </p:sp>
        <p:sp>
          <p:nvSpPr>
            <p:cNvPr id="85" name="Rectangle 23">
              <a:extLst>
                <a:ext uri="{FF2B5EF4-FFF2-40B4-BE49-F238E27FC236}">
                  <a16:creationId xmlns:a16="http://schemas.microsoft.com/office/drawing/2014/main" id="{3861A8ED-7C63-D641-9F09-48D34FC5A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216" y="1854958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24">
              <a:extLst>
                <a:ext uri="{FF2B5EF4-FFF2-40B4-BE49-F238E27FC236}">
                  <a16:creationId xmlns:a16="http://schemas.microsoft.com/office/drawing/2014/main" id="{E47377AD-5F9D-BC4E-9DAF-21D04B773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634" y="1849876"/>
              <a:ext cx="666413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TCP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d-port</a:t>
              </a:r>
            </a:p>
          </p:txBody>
        </p:sp>
        <p:sp>
          <p:nvSpPr>
            <p:cNvPr id="87" name="Rectangle 25">
              <a:extLst>
                <a:ext uri="{FF2B5EF4-FFF2-40B4-BE49-F238E27FC236}">
                  <a16:creationId xmlns:a16="http://schemas.microsoft.com/office/drawing/2014/main" id="{E942D801-9778-DE47-A09D-B70F081CA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7488" y="1852728"/>
              <a:ext cx="834970" cy="4959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26">
              <a:extLst>
                <a:ext uri="{FF2B5EF4-FFF2-40B4-BE49-F238E27FC236}">
                  <a16:creationId xmlns:a16="http://schemas.microsoft.com/office/drawing/2014/main" id="{3A864B19-6D0D-824B-808D-384BAC2FE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2048" y="1972855"/>
              <a:ext cx="842784" cy="292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90" name="Rectangle 13">
              <a:extLst>
                <a:ext uri="{FF2B5EF4-FFF2-40B4-BE49-F238E27FC236}">
                  <a16:creationId xmlns:a16="http://schemas.microsoft.com/office/drawing/2014/main" id="{A246A8FA-D66F-CE41-9DCF-E02116316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002" y="1846643"/>
              <a:ext cx="661948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14">
              <a:extLst>
                <a:ext uri="{FF2B5EF4-FFF2-40B4-BE49-F238E27FC236}">
                  <a16:creationId xmlns:a16="http://schemas.microsoft.com/office/drawing/2014/main" id="{15D994AB-28E0-304B-BDD3-1F13A3C40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946" y="1859830"/>
              <a:ext cx="658599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VLAN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Pri</a:t>
              </a:r>
            </a:p>
          </p:txBody>
        </p:sp>
        <p:sp>
          <p:nvSpPr>
            <p:cNvPr id="92" name="Rectangle 19">
              <a:extLst>
                <a:ext uri="{FF2B5EF4-FFF2-40B4-BE49-F238E27FC236}">
                  <a16:creationId xmlns:a16="http://schemas.microsoft.com/office/drawing/2014/main" id="{AD1E2BB7-3E66-8C4B-8D44-59EBDBB6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0708" y="1853623"/>
              <a:ext cx="660832" cy="487849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3" name="Rectangle 20">
              <a:extLst>
                <a:ext uri="{FF2B5EF4-FFF2-40B4-BE49-F238E27FC236}">
                  <a16:creationId xmlns:a16="http://schemas.microsoft.com/office/drawing/2014/main" id="{A8A17371-179F-ED44-8EE0-0533B08A4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1824" y="1848541"/>
              <a:ext cx="650785" cy="52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IP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rPr>
                <a:t>ToS</a:t>
              </a:r>
            </a:p>
          </p:txBody>
        </p:sp>
      </p:grp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2A3B0BEC-456F-A94A-98CC-4D78DDF61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0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467"/>
            <a:ext cx="10515600" cy="515585"/>
          </a:xfrm>
        </p:spPr>
        <p:txBody>
          <a:bodyPr>
            <a:normAutofit/>
          </a:bodyPr>
          <a:lstStyle/>
          <a:p>
            <a:pPr>
              <a:buClr>
                <a:srgbClr val="000090"/>
              </a:buClr>
              <a:buSzPct val="100000"/>
            </a:pP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</a:rPr>
              <a:t>match+action: </a:t>
            </a:r>
            <a:r>
              <a:rPr lang="en-US" altLang="en-US" dirty="0">
                <a:latin typeface="Calibri" panose="020F0502020204030204" pitchFamily="34" charset="0"/>
              </a:rPr>
              <a:t>abstraction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</a:rPr>
              <a:t>unifies different kinds of devices</a:t>
            </a:r>
            <a:endParaRPr lang="en-US" altLang="en-US" dirty="0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 abstraction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CD4464B-013F-784B-B542-C675A1CF87D0}"/>
              </a:ext>
            </a:extLst>
          </p:cNvPr>
          <p:cNvSpPr txBox="1">
            <a:spLocks/>
          </p:cNvSpPr>
          <p:nvPr/>
        </p:nvSpPr>
        <p:spPr>
          <a:xfrm>
            <a:off x="1447800" y="2185507"/>
            <a:ext cx="4489173" cy="3936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Router</a:t>
            </a:r>
          </a:p>
          <a:p>
            <a:pPr marL="677863" marR="0" lvl="1" indent="-215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1000"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match: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longest destination IP prefix</a:t>
            </a:r>
          </a:p>
          <a:p>
            <a:pPr marL="677863" marR="0" lvl="1" indent="-215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1000"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action: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forward out a link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Switch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  <a:p>
            <a:pPr marL="677863" marR="0" lvl="1" indent="-215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match: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destination MAC address</a:t>
            </a:r>
          </a:p>
          <a:p>
            <a:pPr marL="677863" marR="0" lvl="1" indent="-215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action: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forward or flood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667D824B-6CCF-664C-BE00-1958B9E23803}"/>
              </a:ext>
            </a:extLst>
          </p:cNvPr>
          <p:cNvSpPr txBox="1">
            <a:spLocks/>
          </p:cNvSpPr>
          <p:nvPr/>
        </p:nvSpPr>
        <p:spPr>
          <a:xfrm>
            <a:off x="6563139" y="2192892"/>
            <a:ext cx="4727714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Firewall</a:t>
            </a:r>
          </a:p>
          <a:p>
            <a:pPr marL="508000" marR="0" lvl="1" indent="-2190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match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: IP addresses and TCP/UDP port numbers</a:t>
            </a:r>
          </a:p>
          <a:p>
            <a:pPr marL="508000" marR="0" lvl="1" indent="-2190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action: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permit or deny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NAT</a:t>
            </a:r>
          </a:p>
          <a:p>
            <a:pPr marL="519113" marR="0" lvl="1" indent="-23018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match: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IP address and port</a:t>
            </a:r>
          </a:p>
          <a:p>
            <a:pPr marL="519113" marR="0" lvl="1" indent="-23018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action: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t>rewrite address and port</a:t>
            </a:r>
          </a:p>
          <a:p>
            <a:pPr marL="0" marR="0" lvl="0" indent="-2222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1B560F-4B2A-0640-8667-837D2163E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9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 example</a:t>
            </a:r>
          </a:p>
        </p:txBody>
      </p:sp>
      <p:cxnSp>
        <p:nvCxnSpPr>
          <p:cNvPr id="196" name="Straight Connector 13">
            <a:extLst>
              <a:ext uri="{FF2B5EF4-FFF2-40B4-BE49-F238E27FC236}">
                <a16:creationId xmlns:a16="http://schemas.microsoft.com/office/drawing/2014/main" id="{CB40D880-161F-974F-A9EE-DC429D8528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45096" y="2562225"/>
            <a:ext cx="2157412" cy="1846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7" name="Straight Connector 11">
            <a:extLst>
              <a:ext uri="{FF2B5EF4-FFF2-40B4-BE49-F238E27FC236}">
                <a16:creationId xmlns:a16="http://schemas.microsoft.com/office/drawing/2014/main" id="{F369C91E-6275-2C49-8D03-6AFE694C55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96" y="4497388"/>
            <a:ext cx="2046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Straight Connector 6">
            <a:extLst>
              <a:ext uri="{FF2B5EF4-FFF2-40B4-BE49-F238E27FC236}">
                <a16:creationId xmlns:a16="http://schemas.microsoft.com/office/drawing/2014/main" id="{8130AC3F-4D6F-7145-8F66-CD05FE33E6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26058" y="2690813"/>
            <a:ext cx="0" cy="157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Straight Connector 64">
            <a:extLst>
              <a:ext uri="{FF2B5EF4-FFF2-40B4-BE49-F238E27FC236}">
                <a16:creationId xmlns:a16="http://schemas.microsoft.com/office/drawing/2014/main" id="{D53BF40B-1E44-474A-A1E4-88E387FB21E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6708" y="3154363"/>
            <a:ext cx="1477963" cy="13112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4B29DE4-2EEB-D84D-9D70-6BD80FD57EAC}"/>
              </a:ext>
            </a:extLst>
          </p:cNvPr>
          <p:cNvCxnSpPr/>
          <p:nvPr/>
        </p:nvCxnSpPr>
        <p:spPr>
          <a:xfrm flipH="1" flipV="1">
            <a:off x="4294321" y="4567238"/>
            <a:ext cx="6350" cy="65722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4FF8069-D6E8-734F-B1D2-6BE329F879C7}"/>
              </a:ext>
            </a:extLst>
          </p:cNvPr>
          <p:cNvCxnSpPr/>
          <p:nvPr/>
        </p:nvCxnSpPr>
        <p:spPr>
          <a:xfrm>
            <a:off x="3338646" y="4524375"/>
            <a:ext cx="531812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02" name="Group 44">
            <a:extLst>
              <a:ext uri="{FF2B5EF4-FFF2-40B4-BE49-F238E27FC236}">
                <a16:creationId xmlns:a16="http://schemas.microsoft.com/office/drawing/2014/main" id="{9C4002D9-DF30-D144-9386-64ED23FED52F}"/>
              </a:ext>
            </a:extLst>
          </p:cNvPr>
          <p:cNvGrpSpPr>
            <a:grpSpLocks/>
          </p:cNvGrpSpPr>
          <p:nvPr/>
        </p:nvGrpSpPr>
        <p:grpSpPr bwMode="auto">
          <a:xfrm>
            <a:off x="2740158" y="4043363"/>
            <a:ext cx="757238" cy="628650"/>
            <a:chOff x="-44" y="1473"/>
            <a:chExt cx="981" cy="1105"/>
          </a:xfrm>
        </p:grpSpPr>
        <p:pic>
          <p:nvPicPr>
            <p:cNvPr id="203" name="Picture 45" descr="desktop_computer_stylized_medium">
              <a:extLst>
                <a:ext uri="{FF2B5EF4-FFF2-40B4-BE49-F238E27FC236}">
                  <a16:creationId xmlns:a16="http://schemas.microsoft.com/office/drawing/2014/main" id="{A8DDFC57-A653-E643-878F-2786E68F6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Freeform 46">
              <a:extLst>
                <a:ext uri="{FF2B5EF4-FFF2-40B4-BE49-F238E27FC236}">
                  <a16:creationId xmlns:a16="http://schemas.microsoft.com/office/drawing/2014/main" id="{3015E4EC-FEA9-5542-ACE6-63401E8006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5" name="Group 44">
            <a:extLst>
              <a:ext uri="{FF2B5EF4-FFF2-40B4-BE49-F238E27FC236}">
                <a16:creationId xmlns:a16="http://schemas.microsoft.com/office/drawing/2014/main" id="{F77FDB30-E2C1-8043-AA3D-41C5428CD580}"/>
              </a:ext>
            </a:extLst>
          </p:cNvPr>
          <p:cNvGrpSpPr>
            <a:grpSpLocks/>
          </p:cNvGrpSpPr>
          <p:nvPr/>
        </p:nvGrpSpPr>
        <p:grpSpPr bwMode="auto">
          <a:xfrm>
            <a:off x="3803783" y="4892675"/>
            <a:ext cx="757238" cy="628650"/>
            <a:chOff x="188" y="1473"/>
            <a:chExt cx="981" cy="1105"/>
          </a:xfrm>
        </p:grpSpPr>
        <p:pic>
          <p:nvPicPr>
            <p:cNvPr id="206" name="Picture 45" descr="desktop_computer_stylized_medium">
              <a:extLst>
                <a:ext uri="{FF2B5EF4-FFF2-40B4-BE49-F238E27FC236}">
                  <a16:creationId xmlns:a16="http://schemas.microsoft.com/office/drawing/2014/main" id="{1052E4EA-6FEA-844A-A25A-AF2C0B49F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46">
              <a:extLst>
                <a:ext uri="{FF2B5EF4-FFF2-40B4-BE49-F238E27FC236}">
                  <a16:creationId xmlns:a16="http://schemas.microsoft.com/office/drawing/2014/main" id="{539D824A-2830-1A42-AF13-8ADCB10DAC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8" y="1587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8" name="TextBox 9">
            <a:extLst>
              <a:ext uri="{FF2B5EF4-FFF2-40B4-BE49-F238E27FC236}">
                <a16:creationId xmlns:a16="http://schemas.microsoft.com/office/drawing/2014/main" id="{6EDEBC7E-1ACA-5B44-9D83-8900509C0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917" y="4216884"/>
            <a:ext cx="83343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10.1.0.1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09" name="TextBox 58">
            <a:extLst>
              <a:ext uri="{FF2B5EF4-FFF2-40B4-BE49-F238E27FC236}">
                <a16:creationId xmlns:a16="http://schemas.microsoft.com/office/drawing/2014/main" id="{E1178F66-20DC-9147-A60A-B4A736E8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312" y="5453407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10.1.0.2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A1F07088-AD69-CB45-9BB2-8DB8C9FEDA25}"/>
              </a:ext>
            </a:extLst>
          </p:cNvPr>
          <p:cNvCxnSpPr/>
          <p:nvPr/>
        </p:nvCxnSpPr>
        <p:spPr>
          <a:xfrm flipV="1">
            <a:off x="5992946" y="4568825"/>
            <a:ext cx="306387" cy="49053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6CB3FF4-5E87-DD4D-9275-FA1D2385BBC2}"/>
              </a:ext>
            </a:extLst>
          </p:cNvPr>
          <p:cNvCxnSpPr/>
          <p:nvPr/>
        </p:nvCxnSpPr>
        <p:spPr>
          <a:xfrm>
            <a:off x="6747008" y="4448175"/>
            <a:ext cx="53181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12" name="Group 44">
            <a:extLst>
              <a:ext uri="{FF2B5EF4-FFF2-40B4-BE49-F238E27FC236}">
                <a16:creationId xmlns:a16="http://schemas.microsoft.com/office/drawing/2014/main" id="{AF067C68-E87B-E64B-9EA0-8C576193E2D5}"/>
              </a:ext>
            </a:extLst>
          </p:cNvPr>
          <p:cNvGrpSpPr>
            <a:grpSpLocks/>
          </p:cNvGrpSpPr>
          <p:nvPr/>
        </p:nvGrpSpPr>
        <p:grpSpPr bwMode="auto">
          <a:xfrm>
            <a:off x="6953383" y="4221163"/>
            <a:ext cx="757238" cy="628650"/>
            <a:chOff x="-44" y="1473"/>
            <a:chExt cx="981" cy="1105"/>
          </a:xfrm>
        </p:grpSpPr>
        <p:pic>
          <p:nvPicPr>
            <p:cNvPr id="213" name="Picture 45" descr="desktop_computer_stylized_medium">
              <a:extLst>
                <a:ext uri="{FF2B5EF4-FFF2-40B4-BE49-F238E27FC236}">
                  <a16:creationId xmlns:a16="http://schemas.microsoft.com/office/drawing/2014/main" id="{58222FD7-FAC0-9048-861D-C7FB905DA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" name="Freeform 46">
              <a:extLst>
                <a:ext uri="{FF2B5EF4-FFF2-40B4-BE49-F238E27FC236}">
                  <a16:creationId xmlns:a16="http://schemas.microsoft.com/office/drawing/2014/main" id="{4F99949B-902B-5C48-B8F4-C60B9A1C94B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5" name="Group 44">
            <a:extLst>
              <a:ext uri="{FF2B5EF4-FFF2-40B4-BE49-F238E27FC236}">
                <a16:creationId xmlns:a16="http://schemas.microsoft.com/office/drawing/2014/main" id="{BB96A80F-DF20-D84A-83F9-B02CA294C3CB}"/>
              </a:ext>
            </a:extLst>
          </p:cNvPr>
          <p:cNvGrpSpPr>
            <a:grpSpLocks/>
          </p:cNvGrpSpPr>
          <p:nvPr/>
        </p:nvGrpSpPr>
        <p:grpSpPr bwMode="auto">
          <a:xfrm>
            <a:off x="5475421" y="4835525"/>
            <a:ext cx="757237" cy="628650"/>
            <a:chOff x="-44" y="1473"/>
            <a:chExt cx="981" cy="1105"/>
          </a:xfrm>
        </p:grpSpPr>
        <p:pic>
          <p:nvPicPr>
            <p:cNvPr id="216" name="Picture 45" descr="desktop_computer_stylized_medium">
              <a:extLst>
                <a:ext uri="{FF2B5EF4-FFF2-40B4-BE49-F238E27FC236}">
                  <a16:creationId xmlns:a16="http://schemas.microsoft.com/office/drawing/2014/main" id="{33CD0307-64FA-664C-937F-8AEF1F76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7" name="Freeform 46">
              <a:extLst>
                <a:ext uri="{FF2B5EF4-FFF2-40B4-BE49-F238E27FC236}">
                  <a16:creationId xmlns:a16="http://schemas.microsoft.com/office/drawing/2014/main" id="{7E09CDE0-C828-BD49-ABFC-D01B3B77796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18" name="TextBox 70">
            <a:extLst>
              <a:ext uri="{FF2B5EF4-FFF2-40B4-BE49-F238E27FC236}">
                <a16:creationId xmlns:a16="http://schemas.microsoft.com/office/drawing/2014/main" id="{F1E4672C-055C-0040-BA1C-1B569384F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947" y="4249738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10.2.0.4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9" name="TextBox 71">
            <a:extLst>
              <a:ext uri="{FF2B5EF4-FFF2-40B4-BE49-F238E27FC236}">
                <a16:creationId xmlns:a16="http://schemas.microsoft.com/office/drawing/2014/main" id="{7D1D7A82-2B90-124D-8B70-788F9A13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07" y="5349807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10.2.0.3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2B5B59C-D9F3-FA4D-8B80-E6E965F14CB4}"/>
              </a:ext>
            </a:extLst>
          </p:cNvPr>
          <p:cNvCxnSpPr/>
          <p:nvPr/>
        </p:nvCxnSpPr>
        <p:spPr>
          <a:xfrm>
            <a:off x="3349758" y="2681288"/>
            <a:ext cx="706438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46ED07FB-874E-784B-B948-DE3F22F518D9}"/>
              </a:ext>
            </a:extLst>
          </p:cNvPr>
          <p:cNvCxnSpPr/>
          <p:nvPr/>
        </p:nvCxnSpPr>
        <p:spPr>
          <a:xfrm flipV="1">
            <a:off x="4327658" y="2014538"/>
            <a:ext cx="0" cy="47466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22" name="Group 44">
            <a:extLst>
              <a:ext uri="{FF2B5EF4-FFF2-40B4-BE49-F238E27FC236}">
                <a16:creationId xmlns:a16="http://schemas.microsoft.com/office/drawing/2014/main" id="{7AD81740-508B-C947-8F31-2442A83D9910}"/>
              </a:ext>
            </a:extLst>
          </p:cNvPr>
          <p:cNvGrpSpPr>
            <a:grpSpLocks/>
          </p:cNvGrpSpPr>
          <p:nvPr/>
        </p:nvGrpSpPr>
        <p:grpSpPr bwMode="auto">
          <a:xfrm>
            <a:off x="3846646" y="1622425"/>
            <a:ext cx="757237" cy="628650"/>
            <a:chOff x="-44" y="1473"/>
            <a:chExt cx="981" cy="1105"/>
          </a:xfrm>
        </p:grpSpPr>
        <p:pic>
          <p:nvPicPr>
            <p:cNvPr id="223" name="Picture 45" descr="desktop_computer_stylized_medium">
              <a:extLst>
                <a:ext uri="{FF2B5EF4-FFF2-40B4-BE49-F238E27FC236}">
                  <a16:creationId xmlns:a16="http://schemas.microsoft.com/office/drawing/2014/main" id="{2C016883-9484-5C4D-B14D-EA3364FB6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F5C81A08-61C3-3E43-A943-49A53106C8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5" name="Group 44">
            <a:extLst>
              <a:ext uri="{FF2B5EF4-FFF2-40B4-BE49-F238E27FC236}">
                <a16:creationId xmlns:a16="http://schemas.microsoft.com/office/drawing/2014/main" id="{8C13A896-FAF2-1944-9E6A-653D596FBABE}"/>
              </a:ext>
            </a:extLst>
          </p:cNvPr>
          <p:cNvGrpSpPr>
            <a:grpSpLocks/>
          </p:cNvGrpSpPr>
          <p:nvPr/>
        </p:nvGrpSpPr>
        <p:grpSpPr bwMode="auto">
          <a:xfrm>
            <a:off x="2792546" y="2561879"/>
            <a:ext cx="757237" cy="628650"/>
            <a:chOff x="-44" y="1473"/>
            <a:chExt cx="981" cy="1105"/>
          </a:xfrm>
        </p:grpSpPr>
        <p:pic>
          <p:nvPicPr>
            <p:cNvPr id="226" name="Picture 45" descr="desktop_computer_stylized_medium">
              <a:extLst>
                <a:ext uri="{FF2B5EF4-FFF2-40B4-BE49-F238E27FC236}">
                  <a16:creationId xmlns:a16="http://schemas.microsoft.com/office/drawing/2014/main" id="{170E5B83-C729-6B4F-8607-FA40D2628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46">
              <a:extLst>
                <a:ext uri="{FF2B5EF4-FFF2-40B4-BE49-F238E27FC236}">
                  <a16:creationId xmlns:a16="http://schemas.microsoft.com/office/drawing/2014/main" id="{DA39ACBD-A915-6D4A-817E-BF1203C22A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28" name="TextBox 83">
            <a:extLst>
              <a:ext uri="{FF2B5EF4-FFF2-40B4-BE49-F238E27FC236}">
                <a16:creationId xmlns:a16="http://schemas.microsoft.com/office/drawing/2014/main" id="{30CFD95A-683A-934C-A7FE-C30EB2568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446" y="3065116"/>
            <a:ext cx="833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10.3.0.5</a:t>
            </a:r>
          </a:p>
        </p:txBody>
      </p:sp>
      <p:sp>
        <p:nvSpPr>
          <p:cNvPr id="229" name="TextBox 92">
            <a:extLst>
              <a:ext uri="{FF2B5EF4-FFF2-40B4-BE49-F238E27FC236}">
                <a16:creationId xmlns:a16="http://schemas.microsoft.com/office/drawing/2014/main" id="{988CB387-3820-3A4C-A283-BDC5D16D3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558" y="394970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s1</a:t>
            </a:r>
          </a:p>
        </p:txBody>
      </p:sp>
      <p:sp>
        <p:nvSpPr>
          <p:cNvPr id="230" name="TextBox 93">
            <a:extLst>
              <a:ext uri="{FF2B5EF4-FFF2-40B4-BE49-F238E27FC236}">
                <a16:creationId xmlns:a16="http://schemas.microsoft.com/office/drawing/2014/main" id="{CBFD7310-8113-634E-8357-DF51674B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146" y="3976688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s2</a:t>
            </a:r>
          </a:p>
        </p:txBody>
      </p:sp>
      <p:sp>
        <p:nvSpPr>
          <p:cNvPr id="231" name="TextBox 94">
            <a:extLst>
              <a:ext uri="{FF2B5EF4-FFF2-40B4-BE49-F238E27FC236}">
                <a16:creationId xmlns:a16="http://schemas.microsoft.com/office/drawing/2014/main" id="{3350DC8E-7B2E-2744-9A7F-5D80CDC27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046" y="2168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s3</a:t>
            </a:r>
          </a:p>
        </p:txBody>
      </p:sp>
      <p:cxnSp>
        <p:nvCxnSpPr>
          <p:cNvPr id="232" name="Straight Connector 99">
            <a:extLst>
              <a:ext uri="{FF2B5EF4-FFF2-40B4-BE49-F238E27FC236}">
                <a16:creationId xmlns:a16="http://schemas.microsoft.com/office/drawing/2014/main" id="{D82A6EC4-C796-AD40-976D-1FD13F41BA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46708" y="2871788"/>
            <a:ext cx="1392238" cy="2190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3" name="Straight Connector 102">
            <a:extLst>
              <a:ext uri="{FF2B5EF4-FFF2-40B4-BE49-F238E27FC236}">
                <a16:creationId xmlns:a16="http://schemas.microsoft.com/office/drawing/2014/main" id="{168D649A-E996-4E4B-9CE2-4CE19077F1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24671" y="3154363"/>
            <a:ext cx="533400" cy="976312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4" name="TextBox 108">
            <a:extLst>
              <a:ext uri="{FF2B5EF4-FFF2-40B4-BE49-F238E27FC236}">
                <a16:creationId xmlns:a16="http://schemas.microsoft.com/office/drawing/2014/main" id="{C24D254F-852A-5041-BE42-3D1E0FD07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108" y="2173288"/>
            <a:ext cx="271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TextBox 109">
            <a:extLst>
              <a:ext uri="{FF2B5EF4-FFF2-40B4-BE49-F238E27FC236}">
                <a16:creationId xmlns:a16="http://schemas.microsoft.com/office/drawing/2014/main" id="{1B4722FF-BC4E-B24E-AAF9-4CFBDCD1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796" y="2419350"/>
            <a:ext cx="273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6" name="TextBox 110">
            <a:extLst>
              <a:ext uri="{FF2B5EF4-FFF2-40B4-BE49-F238E27FC236}">
                <a16:creationId xmlns:a16="http://schemas.microsoft.com/office/drawing/2014/main" id="{99E43DED-25B4-764C-B475-987E9899A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096" y="279089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7" name="TextBox 111">
            <a:extLst>
              <a:ext uri="{FF2B5EF4-FFF2-40B4-BE49-F238E27FC236}">
                <a16:creationId xmlns:a16="http://schemas.microsoft.com/office/drawing/2014/main" id="{60CD7B1B-6C0C-414A-A6F4-2C724B111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933" y="2687638"/>
            <a:ext cx="2746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8" name="TextBox 112">
            <a:extLst>
              <a:ext uri="{FF2B5EF4-FFF2-40B4-BE49-F238E27FC236}">
                <a16:creationId xmlns:a16="http://schemas.microsoft.com/office/drawing/2014/main" id="{36B76F06-8CE7-0E41-A3A1-18B5E468B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271" y="4006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9" name="TextBox 113">
            <a:extLst>
              <a:ext uri="{FF2B5EF4-FFF2-40B4-BE49-F238E27FC236}">
                <a16:creationId xmlns:a16="http://schemas.microsoft.com/office/drawing/2014/main" id="{B38FAB30-55A3-AD46-B047-E929AAD42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083" y="4276725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0" name="TextBox 114">
            <a:extLst>
              <a:ext uri="{FF2B5EF4-FFF2-40B4-BE49-F238E27FC236}">
                <a16:creationId xmlns:a16="http://schemas.microsoft.com/office/drawing/2014/main" id="{6209C114-B4AA-A244-982D-EBB94D82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671" y="462438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1" name="TextBox 115">
            <a:extLst>
              <a:ext uri="{FF2B5EF4-FFF2-40B4-BE49-F238E27FC236}">
                <a16:creationId xmlns:a16="http://schemas.microsoft.com/office/drawing/2014/main" id="{3C3609FE-6138-874F-A89C-6F8C711D3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671" y="4437063"/>
            <a:ext cx="273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2" name="TextBox 117">
            <a:extLst>
              <a:ext uri="{FF2B5EF4-FFF2-40B4-BE49-F238E27FC236}">
                <a16:creationId xmlns:a16="http://schemas.microsoft.com/office/drawing/2014/main" id="{9D634780-9369-0148-8A46-086906AB7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971" y="408940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3" name="TextBox 118">
            <a:extLst>
              <a:ext uri="{FF2B5EF4-FFF2-40B4-BE49-F238E27FC236}">
                <a16:creationId xmlns:a16="http://schemas.microsoft.com/office/drawing/2014/main" id="{6F9BC31D-23BD-554C-A935-0C3ED713F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396" y="4437063"/>
            <a:ext cx="274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4" name="TextBox 119">
            <a:extLst>
              <a:ext uri="{FF2B5EF4-FFF2-40B4-BE49-F238E27FC236}">
                <a16:creationId xmlns:a16="http://schemas.microsoft.com/office/drawing/2014/main" id="{E42C8FB7-C2F4-7E49-AD30-C67257B5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08" y="464185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5" name="TextBox 120">
            <a:extLst>
              <a:ext uri="{FF2B5EF4-FFF2-40B4-BE49-F238E27FC236}">
                <a16:creationId xmlns:a16="http://schemas.microsoft.com/office/drawing/2014/main" id="{89A9F45F-6E86-9A4C-AF52-070A9E3AE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908" y="4394200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6" name="TextBox 150">
            <a:extLst>
              <a:ext uri="{FF2B5EF4-FFF2-40B4-BE49-F238E27FC236}">
                <a16:creationId xmlns:a16="http://schemas.microsoft.com/office/drawing/2014/main" id="{54FFEFDD-84AB-484A-93F2-66AB84A2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291" y="1666393"/>
            <a:ext cx="83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10.3.0.6</a:t>
            </a:r>
          </a:p>
        </p:txBody>
      </p:sp>
      <p:grpSp>
        <p:nvGrpSpPr>
          <p:cNvPr id="277" name="Group 88">
            <a:extLst>
              <a:ext uri="{FF2B5EF4-FFF2-40B4-BE49-F238E27FC236}">
                <a16:creationId xmlns:a16="http://schemas.microsoft.com/office/drawing/2014/main" id="{7A022A32-83B1-5748-9221-800D0CFB34B0}"/>
              </a:ext>
            </a:extLst>
          </p:cNvPr>
          <p:cNvGrpSpPr>
            <a:grpSpLocks/>
          </p:cNvGrpSpPr>
          <p:nvPr/>
        </p:nvGrpSpPr>
        <p:grpSpPr bwMode="auto">
          <a:xfrm>
            <a:off x="5400808" y="1862138"/>
            <a:ext cx="1270000" cy="1482725"/>
            <a:chOff x="5418667" y="1587500"/>
            <a:chExt cx="1270000" cy="1481667"/>
          </a:xfrm>
        </p:grpSpPr>
        <p:grpSp>
          <p:nvGrpSpPr>
            <p:cNvPr id="278" name="Group 79">
              <a:extLst>
                <a:ext uri="{FF2B5EF4-FFF2-40B4-BE49-F238E27FC236}">
                  <a16:creationId xmlns:a16="http://schemas.microsoft.com/office/drawing/2014/main" id="{ACD5087A-4126-5D4A-B13B-F67F7506A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0087" y="1742411"/>
              <a:ext cx="1047344" cy="1163369"/>
              <a:chOff x="5440087" y="1742411"/>
              <a:chExt cx="1047344" cy="1163369"/>
            </a:xfrm>
          </p:grpSpPr>
          <p:grpSp>
            <p:nvGrpSpPr>
              <p:cNvPr id="280" name="Group 950">
                <a:extLst>
                  <a:ext uri="{FF2B5EF4-FFF2-40B4-BE49-F238E27FC236}">
                    <a16:creationId xmlns:a16="http://schemas.microsoft.com/office/drawing/2014/main" id="{21D68A0A-9909-D449-98B0-19D7C2FB75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283" name="Freeform 951">
                  <a:extLst>
                    <a:ext uri="{FF2B5EF4-FFF2-40B4-BE49-F238E27FC236}">
                      <a16:creationId xmlns:a16="http://schemas.microsoft.com/office/drawing/2014/main" id="{E3817A04-160B-F442-A0EE-4B30F2EE8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4" name="Rectangle 952">
                  <a:extLst>
                    <a:ext uri="{FF2B5EF4-FFF2-40B4-BE49-F238E27FC236}">
                      <a16:creationId xmlns:a16="http://schemas.microsoft.com/office/drawing/2014/main" id="{75B67217-BB62-6248-BD4E-EB9548DDB4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5" name="Freeform 953">
                  <a:extLst>
                    <a:ext uri="{FF2B5EF4-FFF2-40B4-BE49-F238E27FC236}">
                      <a16:creationId xmlns:a16="http://schemas.microsoft.com/office/drawing/2014/main" id="{B318F2C8-1650-8646-8E8D-A78555EC0C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6" name="Freeform 954">
                  <a:extLst>
                    <a:ext uri="{FF2B5EF4-FFF2-40B4-BE49-F238E27FC236}">
                      <a16:creationId xmlns:a16="http://schemas.microsoft.com/office/drawing/2014/main" id="{04D05301-60BD-FC40-AAA2-F4F7C27891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7" name="Rectangle 955">
                  <a:extLst>
                    <a:ext uri="{FF2B5EF4-FFF2-40B4-BE49-F238E27FC236}">
                      <a16:creationId xmlns:a16="http://schemas.microsoft.com/office/drawing/2014/main" id="{5F062A6D-743A-264D-ADB0-C83039EDB3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88" name="Group 956">
                  <a:extLst>
                    <a:ext uri="{FF2B5EF4-FFF2-40B4-BE49-F238E27FC236}">
                      <a16:creationId xmlns:a16="http://schemas.microsoft.com/office/drawing/2014/main" id="{01C45509-1B2B-1042-BA84-D6FBBFF916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313" name="AutoShape 957">
                    <a:extLst>
                      <a:ext uri="{FF2B5EF4-FFF2-40B4-BE49-F238E27FC236}">
                        <a16:creationId xmlns:a16="http://schemas.microsoft.com/office/drawing/2014/main" id="{40C9778F-DE66-5643-8444-7EE1E943F1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AutoShape 958">
                    <a:extLst>
                      <a:ext uri="{FF2B5EF4-FFF2-40B4-BE49-F238E27FC236}">
                        <a16:creationId xmlns:a16="http://schemas.microsoft.com/office/drawing/2014/main" id="{DE3E5FFB-586E-B643-94E3-85EB4EF099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89" name="Rectangle 959">
                  <a:extLst>
                    <a:ext uri="{FF2B5EF4-FFF2-40B4-BE49-F238E27FC236}">
                      <a16:creationId xmlns:a16="http://schemas.microsoft.com/office/drawing/2014/main" id="{BB2BBE5E-0794-4041-A8BF-B91E39290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0" name="Group 960">
                  <a:extLst>
                    <a:ext uri="{FF2B5EF4-FFF2-40B4-BE49-F238E27FC236}">
                      <a16:creationId xmlns:a16="http://schemas.microsoft.com/office/drawing/2014/main" id="{B8615C7E-DC00-DB42-BA0E-E1F2758776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311" name="AutoShape 961">
                    <a:extLst>
                      <a:ext uri="{FF2B5EF4-FFF2-40B4-BE49-F238E27FC236}">
                        <a16:creationId xmlns:a16="http://schemas.microsoft.com/office/drawing/2014/main" id="{20E97585-07E0-EC4F-B0F9-D086838F40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AutoShape 962">
                    <a:extLst>
                      <a:ext uri="{FF2B5EF4-FFF2-40B4-BE49-F238E27FC236}">
                        <a16:creationId xmlns:a16="http://schemas.microsoft.com/office/drawing/2014/main" id="{CAF5CAE1-8538-2C48-BED8-4AC05996DC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1" name="Rectangle 963">
                  <a:extLst>
                    <a:ext uri="{FF2B5EF4-FFF2-40B4-BE49-F238E27FC236}">
                      <a16:creationId xmlns:a16="http://schemas.microsoft.com/office/drawing/2014/main" id="{BFEA0CA2-91FF-F147-B072-1BC64CA438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2" name="Rectangle 964">
                  <a:extLst>
                    <a:ext uri="{FF2B5EF4-FFF2-40B4-BE49-F238E27FC236}">
                      <a16:creationId xmlns:a16="http://schemas.microsoft.com/office/drawing/2014/main" id="{B7438767-CF8A-7D4E-88D7-06755770E8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3" name="Group 965">
                  <a:extLst>
                    <a:ext uri="{FF2B5EF4-FFF2-40B4-BE49-F238E27FC236}">
                      <a16:creationId xmlns:a16="http://schemas.microsoft.com/office/drawing/2014/main" id="{BD89BE1D-D5A1-2A4F-9BB3-493820B2D2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309" name="AutoShape 966">
                    <a:extLst>
                      <a:ext uri="{FF2B5EF4-FFF2-40B4-BE49-F238E27FC236}">
                        <a16:creationId xmlns:a16="http://schemas.microsoft.com/office/drawing/2014/main" id="{E07E9E59-7E69-DA4E-9F03-F1D01DBAFC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0" name="AutoShape 967">
                    <a:extLst>
                      <a:ext uri="{FF2B5EF4-FFF2-40B4-BE49-F238E27FC236}">
                        <a16:creationId xmlns:a16="http://schemas.microsoft.com/office/drawing/2014/main" id="{702690BB-83DF-924B-9306-E5AFED91E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4" name="Freeform 968">
                  <a:extLst>
                    <a:ext uri="{FF2B5EF4-FFF2-40B4-BE49-F238E27FC236}">
                      <a16:creationId xmlns:a16="http://schemas.microsoft.com/office/drawing/2014/main" id="{F6B6C90F-430A-CF4B-A1D7-1A585BAB7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95" name="Group 969">
                  <a:extLst>
                    <a:ext uri="{FF2B5EF4-FFF2-40B4-BE49-F238E27FC236}">
                      <a16:creationId xmlns:a16="http://schemas.microsoft.com/office/drawing/2014/main" id="{9E5BB1CA-4B03-2141-B082-B8A4706C69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307" name="AutoShape 970">
                    <a:extLst>
                      <a:ext uri="{FF2B5EF4-FFF2-40B4-BE49-F238E27FC236}">
                        <a16:creationId xmlns:a16="http://schemas.microsoft.com/office/drawing/2014/main" id="{60980303-8EC9-E149-A193-9468A55270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8" name="AutoShape 971">
                    <a:extLst>
                      <a:ext uri="{FF2B5EF4-FFF2-40B4-BE49-F238E27FC236}">
                        <a16:creationId xmlns:a16="http://schemas.microsoft.com/office/drawing/2014/main" id="{4EF45611-F585-3043-B711-6A89BC6FE8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6" name="Rectangle 972">
                  <a:extLst>
                    <a:ext uri="{FF2B5EF4-FFF2-40B4-BE49-F238E27FC236}">
                      <a16:creationId xmlns:a16="http://schemas.microsoft.com/office/drawing/2014/main" id="{811326F7-41C5-AD43-ADD1-11B55C255C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7" name="Freeform 973">
                  <a:extLst>
                    <a:ext uri="{FF2B5EF4-FFF2-40B4-BE49-F238E27FC236}">
                      <a16:creationId xmlns:a16="http://schemas.microsoft.com/office/drawing/2014/main" id="{FDE366E8-CF59-6744-8C4C-B0AFB24AC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8" name="Freeform 974">
                  <a:extLst>
                    <a:ext uri="{FF2B5EF4-FFF2-40B4-BE49-F238E27FC236}">
                      <a16:creationId xmlns:a16="http://schemas.microsoft.com/office/drawing/2014/main" id="{318356AC-8F6D-AE46-AB46-5BA687C30C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9" name="Oval 975">
                  <a:extLst>
                    <a:ext uri="{FF2B5EF4-FFF2-40B4-BE49-F238E27FC236}">
                      <a16:creationId xmlns:a16="http://schemas.microsoft.com/office/drawing/2014/main" id="{0F0566BD-6029-5E4D-9EA5-AC7E56217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0" name="Freeform 976">
                  <a:extLst>
                    <a:ext uri="{FF2B5EF4-FFF2-40B4-BE49-F238E27FC236}">
                      <a16:creationId xmlns:a16="http://schemas.microsoft.com/office/drawing/2014/main" id="{A97DBA45-4DC8-8A4C-9ECC-96AF3FCE85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1" name="AutoShape 977">
                  <a:extLst>
                    <a:ext uri="{FF2B5EF4-FFF2-40B4-BE49-F238E27FC236}">
                      <a16:creationId xmlns:a16="http://schemas.microsoft.com/office/drawing/2014/main" id="{4336E3DA-6FFE-F148-8C56-516CE08065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AutoShape 978">
                  <a:extLst>
                    <a:ext uri="{FF2B5EF4-FFF2-40B4-BE49-F238E27FC236}">
                      <a16:creationId xmlns:a16="http://schemas.microsoft.com/office/drawing/2014/main" id="{183F8629-55AE-0443-BA0A-86080DC2EF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3" name="Oval 979">
                  <a:extLst>
                    <a:ext uri="{FF2B5EF4-FFF2-40B4-BE49-F238E27FC236}">
                      <a16:creationId xmlns:a16="http://schemas.microsoft.com/office/drawing/2014/main" id="{3A012DD8-A7AE-C943-9266-026D3315C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4" name="Oval 980">
                  <a:extLst>
                    <a:ext uri="{FF2B5EF4-FFF2-40B4-BE49-F238E27FC236}">
                      <a16:creationId xmlns:a16="http://schemas.microsoft.com/office/drawing/2014/main" id="{B244DD55-7B74-A349-8352-6789B4DF5D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5" name="Oval 981">
                  <a:extLst>
                    <a:ext uri="{FF2B5EF4-FFF2-40B4-BE49-F238E27FC236}">
                      <a16:creationId xmlns:a16="http://schemas.microsoft.com/office/drawing/2014/main" id="{5B459985-0D9B-A149-AA5D-EFFF804C9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6" name="Rectangle 982">
                  <a:extLst>
                    <a:ext uri="{FF2B5EF4-FFF2-40B4-BE49-F238E27FC236}">
                      <a16:creationId xmlns:a16="http://schemas.microsoft.com/office/drawing/2014/main" id="{6E63AA7A-EC16-C34C-A965-939803E03B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81" name="Picture 4">
                <a:extLst>
                  <a:ext uri="{FF2B5EF4-FFF2-40B4-BE49-F238E27FC236}">
                    <a16:creationId xmlns:a16="http://schemas.microsoft.com/office/drawing/2014/main" id="{62AAA559-6FDE-8C46-AE96-98BB6F5A9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2" name="TextBox 149">
                <a:extLst>
                  <a:ext uri="{FF2B5EF4-FFF2-40B4-BE49-F238E27FC236}">
                    <a16:creationId xmlns:a16="http://schemas.microsoft.com/office/drawing/2014/main" id="{16C0F16C-BEC5-5E41-93D1-E1A0A7E88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8972" y="1947149"/>
                <a:ext cx="928459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controller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9" name="Rectangle 82">
              <a:extLst>
                <a:ext uri="{FF2B5EF4-FFF2-40B4-BE49-F238E27FC236}">
                  <a16:creationId xmlns:a16="http://schemas.microsoft.com/office/drawing/2014/main" id="{CF46B557-5EBD-604D-BCB4-EA70ED1C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667" y="1587500"/>
              <a:ext cx="1270000" cy="1481667"/>
            </a:xfrm>
            <a:prstGeom prst="rect">
              <a:avLst/>
            </a:prstGeom>
            <a:solidFill>
              <a:srgbClr val="FFFFFF">
                <a:alpha val="6588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15" name="TextBox 211">
            <a:extLst>
              <a:ext uri="{FF2B5EF4-FFF2-40B4-BE49-F238E27FC236}">
                <a16:creationId xmlns:a16="http://schemas.microsoft.com/office/drawing/2014/main" id="{2C6761C7-32A3-C042-BA94-67A59C15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353" y="1519586"/>
            <a:ext cx="4619940" cy="2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Orchestrated tables can create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network-wide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behavior, e.g.,:</a:t>
            </a:r>
          </a:p>
          <a:p>
            <a:pPr marL="342900" marR="0" lvl="0" indent="-2254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 from hosts h5 and h6 should be sent to h3 or h4, via s1 and from there to s2</a:t>
            </a:r>
          </a:p>
        </p:txBody>
      </p: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6EE604CB-0D3E-814A-B971-2B4918559EB2}"/>
              </a:ext>
            </a:extLst>
          </p:cNvPr>
          <p:cNvGrpSpPr/>
          <p:nvPr/>
        </p:nvGrpSpPr>
        <p:grpSpPr>
          <a:xfrm>
            <a:off x="3869633" y="4253948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30015DB5-42CE-3B49-B677-CF914B2962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0F714CDA-7480-CE49-9945-95ABAA2E9D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05112A5B-7C85-7C47-BF58-1F0109C893D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B0580F03-39BF-EE40-ABDC-67419070C5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D0CD04B6-CF21-2848-8636-E0C8F73AE58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C8EBF80C-793A-E445-AB5E-B9C855B18BB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A3FCEE1A-B49A-114B-9106-CCEA7768BDD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942E581-FE04-B94F-B911-CD294FD5BAAC}"/>
              </a:ext>
            </a:extLst>
          </p:cNvPr>
          <p:cNvGrpSpPr/>
          <p:nvPr/>
        </p:nvGrpSpPr>
        <p:grpSpPr>
          <a:xfrm>
            <a:off x="6009859" y="4287078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E316B434-3A3A-794B-A8AC-B213546A080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DBF0F5B5-9197-4C41-96FE-459AF7F44E9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351381FF-0860-E449-A0D9-10CEFAE363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E939FD15-8AAB-2040-B15A-82A5312077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4CEF3864-F6D0-4748-B241-5D20F1F4618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2067769B-1AC4-6144-B2B6-0F5E7F9575E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A069C59A-BBBE-4744-872F-D132ECB519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C1A356A8-2504-814E-A2DE-E564D8802FDE}"/>
              </a:ext>
            </a:extLst>
          </p:cNvPr>
          <p:cNvGrpSpPr/>
          <p:nvPr/>
        </p:nvGrpSpPr>
        <p:grpSpPr>
          <a:xfrm>
            <a:off x="3882885" y="2411896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9C6FB5E6-48B8-8744-98B5-2E6227887CA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3AAAA7B0-2B9F-2043-9D13-B05031238FD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A3B779A6-781E-8643-ADF4-AE8E6B550A4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C44F672B-8C14-F049-AA11-1EDEE67D2DB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A182D874-EC68-5549-AA31-DA7DAE9044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0910EAAF-C06C-F64B-860C-6D1C1680B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7BAE19D5-843D-C349-BC33-83E69DC2B9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B75379-DB27-554B-9DBE-69FBF7DF9531}"/>
              </a:ext>
            </a:extLst>
          </p:cNvPr>
          <p:cNvGrpSpPr/>
          <p:nvPr/>
        </p:nvGrpSpPr>
        <p:grpSpPr>
          <a:xfrm>
            <a:off x="3414532" y="2789499"/>
            <a:ext cx="3842795" cy="2465405"/>
            <a:chOff x="3414532" y="2693870"/>
            <a:chExt cx="3842795" cy="2595759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13A01DD-904D-064B-8DE2-4E17062C74CD}"/>
                </a:ext>
              </a:extLst>
            </p:cNvPr>
            <p:cNvSpPr/>
            <p:nvPr/>
          </p:nvSpPr>
          <p:spPr>
            <a:xfrm>
              <a:off x="3414532" y="2693870"/>
              <a:ext cx="3842795" cy="2040239"/>
            </a:xfrm>
            <a:custGeom>
              <a:avLst/>
              <a:gdLst>
                <a:gd name="connsiteX0" fmla="*/ 0 w 3715473"/>
                <a:gd name="connsiteY0" fmla="*/ 0 h 1794076"/>
                <a:gd name="connsiteX1" fmla="*/ 625033 w 3715473"/>
                <a:gd name="connsiteY1" fmla="*/ 0 h 1794076"/>
                <a:gd name="connsiteX2" fmla="*/ 625033 w 3715473"/>
                <a:gd name="connsiteY2" fmla="*/ 1794076 h 1794076"/>
                <a:gd name="connsiteX3" fmla="*/ 3715473 w 3715473"/>
                <a:gd name="connsiteY3" fmla="*/ 1782501 h 1794076"/>
                <a:gd name="connsiteX0" fmla="*/ 0 w 3715473"/>
                <a:gd name="connsiteY0" fmla="*/ 0 h 1794076"/>
                <a:gd name="connsiteX1" fmla="*/ 625033 w 3715473"/>
                <a:gd name="connsiteY1" fmla="*/ 0 h 1794076"/>
                <a:gd name="connsiteX2" fmla="*/ 625033 w 3715473"/>
                <a:gd name="connsiteY2" fmla="*/ 1794076 h 1794076"/>
                <a:gd name="connsiteX3" fmla="*/ 3715473 w 3715473"/>
                <a:gd name="connsiteY3" fmla="*/ 1782501 h 1794076"/>
                <a:gd name="connsiteX0" fmla="*/ 0 w 3715473"/>
                <a:gd name="connsiteY0" fmla="*/ 0 h 1846891"/>
                <a:gd name="connsiteX1" fmla="*/ 625033 w 3715473"/>
                <a:gd name="connsiteY1" fmla="*/ 0 h 1846891"/>
                <a:gd name="connsiteX2" fmla="*/ 625033 w 3715473"/>
                <a:gd name="connsiteY2" fmla="*/ 1794076 h 1846891"/>
                <a:gd name="connsiteX3" fmla="*/ 3715473 w 3715473"/>
                <a:gd name="connsiteY3" fmla="*/ 1782501 h 1846891"/>
                <a:gd name="connsiteX0" fmla="*/ 0 w 3715473"/>
                <a:gd name="connsiteY0" fmla="*/ 132894 h 1979785"/>
                <a:gd name="connsiteX1" fmla="*/ 625033 w 3715473"/>
                <a:gd name="connsiteY1" fmla="*/ 132894 h 1979785"/>
                <a:gd name="connsiteX2" fmla="*/ 625033 w 3715473"/>
                <a:gd name="connsiteY2" fmla="*/ 1926970 h 1979785"/>
                <a:gd name="connsiteX3" fmla="*/ 3715473 w 3715473"/>
                <a:gd name="connsiteY3" fmla="*/ 1915395 h 1979785"/>
                <a:gd name="connsiteX0" fmla="*/ 0 w 3738623"/>
                <a:gd name="connsiteY0" fmla="*/ 132894 h 1998367"/>
                <a:gd name="connsiteX1" fmla="*/ 625033 w 3738623"/>
                <a:gd name="connsiteY1" fmla="*/ 132894 h 1998367"/>
                <a:gd name="connsiteX2" fmla="*/ 625033 w 3738623"/>
                <a:gd name="connsiteY2" fmla="*/ 1926970 h 1998367"/>
                <a:gd name="connsiteX3" fmla="*/ 3738623 w 3738623"/>
                <a:gd name="connsiteY3" fmla="*/ 1973268 h 1998367"/>
                <a:gd name="connsiteX0" fmla="*/ 0 w 3842795"/>
                <a:gd name="connsiteY0" fmla="*/ 57604 h 2050398"/>
                <a:gd name="connsiteX1" fmla="*/ 729205 w 3842795"/>
                <a:gd name="connsiteY1" fmla="*/ 184925 h 2050398"/>
                <a:gd name="connsiteX2" fmla="*/ 729205 w 3842795"/>
                <a:gd name="connsiteY2" fmla="*/ 1979001 h 2050398"/>
                <a:gd name="connsiteX3" fmla="*/ 3842795 w 3842795"/>
                <a:gd name="connsiteY3" fmla="*/ 2025299 h 2050398"/>
                <a:gd name="connsiteX0" fmla="*/ 0 w 3842795"/>
                <a:gd name="connsiteY0" fmla="*/ 4716 h 1997510"/>
                <a:gd name="connsiteX1" fmla="*/ 729205 w 3842795"/>
                <a:gd name="connsiteY1" fmla="*/ 132037 h 1997510"/>
                <a:gd name="connsiteX2" fmla="*/ 729205 w 3842795"/>
                <a:gd name="connsiteY2" fmla="*/ 1926113 h 1997510"/>
                <a:gd name="connsiteX3" fmla="*/ 3842795 w 3842795"/>
                <a:gd name="connsiteY3" fmla="*/ 1972411 h 1997510"/>
                <a:gd name="connsiteX0" fmla="*/ 0 w 3842795"/>
                <a:gd name="connsiteY0" fmla="*/ 0 h 1992794"/>
                <a:gd name="connsiteX1" fmla="*/ 729205 w 3842795"/>
                <a:gd name="connsiteY1" fmla="*/ 127321 h 1992794"/>
                <a:gd name="connsiteX2" fmla="*/ 729205 w 3842795"/>
                <a:gd name="connsiteY2" fmla="*/ 1921397 h 1992794"/>
                <a:gd name="connsiteX3" fmla="*/ 3842795 w 3842795"/>
                <a:gd name="connsiteY3" fmla="*/ 1967695 h 1992794"/>
                <a:gd name="connsiteX0" fmla="*/ 0 w 3842795"/>
                <a:gd name="connsiteY0" fmla="*/ 0 h 1992794"/>
                <a:gd name="connsiteX1" fmla="*/ 729205 w 3842795"/>
                <a:gd name="connsiteY1" fmla="*/ 127321 h 1992794"/>
                <a:gd name="connsiteX2" fmla="*/ 729205 w 3842795"/>
                <a:gd name="connsiteY2" fmla="*/ 1921397 h 1992794"/>
                <a:gd name="connsiteX3" fmla="*/ 3842795 w 3842795"/>
                <a:gd name="connsiteY3" fmla="*/ 1967695 h 1992794"/>
                <a:gd name="connsiteX0" fmla="*/ 0 w 3842795"/>
                <a:gd name="connsiteY0" fmla="*/ 0 h 2037207"/>
                <a:gd name="connsiteX1" fmla="*/ 729205 w 3842795"/>
                <a:gd name="connsiteY1" fmla="*/ 127321 h 2037207"/>
                <a:gd name="connsiteX2" fmla="*/ 729205 w 3842795"/>
                <a:gd name="connsiteY2" fmla="*/ 1921397 h 2037207"/>
                <a:gd name="connsiteX3" fmla="*/ 3842795 w 3842795"/>
                <a:gd name="connsiteY3" fmla="*/ 1967695 h 2037207"/>
                <a:gd name="connsiteX0" fmla="*/ 0 w 3842795"/>
                <a:gd name="connsiteY0" fmla="*/ 3032 h 2040239"/>
                <a:gd name="connsiteX1" fmla="*/ 658002 w 3842795"/>
                <a:gd name="connsiteY1" fmla="*/ 119110 h 2040239"/>
                <a:gd name="connsiteX2" fmla="*/ 729205 w 3842795"/>
                <a:gd name="connsiteY2" fmla="*/ 1924429 h 2040239"/>
                <a:gd name="connsiteX3" fmla="*/ 3842795 w 3842795"/>
                <a:gd name="connsiteY3" fmla="*/ 1970727 h 204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2795" h="2040239">
                  <a:moveTo>
                    <a:pt x="0" y="3032"/>
                  </a:moveTo>
                  <a:cubicBezTo>
                    <a:pt x="381965" y="14606"/>
                    <a:pt x="571192" y="-50652"/>
                    <a:pt x="658002" y="119110"/>
                  </a:cubicBezTo>
                  <a:cubicBezTo>
                    <a:pt x="744812" y="288872"/>
                    <a:pt x="538223" y="1604196"/>
                    <a:pt x="729205" y="1924429"/>
                  </a:cubicBezTo>
                  <a:cubicBezTo>
                    <a:pt x="844952" y="2152065"/>
                    <a:pt x="2812648" y="1974585"/>
                    <a:pt x="3842795" y="1970727"/>
                  </a:cubicBezTo>
                </a:path>
              </a:pathLst>
            </a:custGeom>
            <a:noFill/>
            <a:ln w="7302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60693DC-1998-254C-B9E5-C7A71AB73284}"/>
                </a:ext>
              </a:extLst>
            </p:cNvPr>
            <p:cNvSpPr/>
            <p:nvPr/>
          </p:nvSpPr>
          <p:spPr>
            <a:xfrm>
              <a:off x="5465338" y="4722802"/>
              <a:ext cx="823595" cy="566827"/>
            </a:xfrm>
            <a:custGeom>
              <a:avLst/>
              <a:gdLst>
                <a:gd name="connsiteX0" fmla="*/ 0 w 844952"/>
                <a:gd name="connsiteY0" fmla="*/ 0 h 555584"/>
                <a:gd name="connsiteX1" fmla="*/ 844952 w 844952"/>
                <a:gd name="connsiteY1" fmla="*/ 138896 h 555584"/>
                <a:gd name="connsiteX2" fmla="*/ 752355 w 844952"/>
                <a:gd name="connsiteY2" fmla="*/ 555584 h 555584"/>
                <a:gd name="connsiteX0" fmla="*/ 0 w 887733"/>
                <a:gd name="connsiteY0" fmla="*/ 0 h 555584"/>
                <a:gd name="connsiteX1" fmla="*/ 844952 w 887733"/>
                <a:gd name="connsiteY1" fmla="*/ 138896 h 555584"/>
                <a:gd name="connsiteX2" fmla="*/ 752355 w 887733"/>
                <a:gd name="connsiteY2" fmla="*/ 555584 h 555584"/>
                <a:gd name="connsiteX0" fmla="*/ 0 w 871696"/>
                <a:gd name="connsiteY0" fmla="*/ 0 h 570574"/>
                <a:gd name="connsiteX1" fmla="*/ 829962 w 871696"/>
                <a:gd name="connsiteY1" fmla="*/ 153886 h 570574"/>
                <a:gd name="connsiteX2" fmla="*/ 737365 w 871696"/>
                <a:gd name="connsiteY2" fmla="*/ 570574 h 570574"/>
                <a:gd name="connsiteX0" fmla="*/ 0 w 871696"/>
                <a:gd name="connsiteY0" fmla="*/ 0 h 555584"/>
                <a:gd name="connsiteX1" fmla="*/ 829962 w 871696"/>
                <a:gd name="connsiteY1" fmla="*/ 138896 h 555584"/>
                <a:gd name="connsiteX2" fmla="*/ 737365 w 871696"/>
                <a:gd name="connsiteY2" fmla="*/ 555584 h 555584"/>
                <a:gd name="connsiteX0" fmla="*/ 0 w 823595"/>
                <a:gd name="connsiteY0" fmla="*/ 0 h 566827"/>
                <a:gd name="connsiteX1" fmla="*/ 784991 w 823595"/>
                <a:gd name="connsiteY1" fmla="*/ 150139 h 566827"/>
                <a:gd name="connsiteX2" fmla="*/ 692394 w 823595"/>
                <a:gd name="connsiteY2" fmla="*/ 566827 h 56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3595" h="566827">
                  <a:moveTo>
                    <a:pt x="0" y="0"/>
                  </a:moveTo>
                  <a:cubicBezTo>
                    <a:pt x="281651" y="46299"/>
                    <a:pt x="669592" y="55668"/>
                    <a:pt x="784991" y="150139"/>
                  </a:cubicBezTo>
                  <a:cubicBezTo>
                    <a:pt x="900390" y="244610"/>
                    <a:pt x="723260" y="427931"/>
                    <a:pt x="692394" y="566827"/>
                  </a:cubicBezTo>
                </a:path>
              </a:pathLst>
            </a:custGeom>
            <a:noFill/>
            <a:ln w="7302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5AF5DDD-B170-394F-8F48-6826EE1FF293}"/>
              </a:ext>
            </a:extLst>
          </p:cNvPr>
          <p:cNvGrpSpPr/>
          <p:nvPr/>
        </p:nvGrpSpPr>
        <p:grpSpPr>
          <a:xfrm>
            <a:off x="4311464" y="1958381"/>
            <a:ext cx="3143235" cy="3158697"/>
            <a:chOff x="4114093" y="2303316"/>
            <a:chExt cx="3143235" cy="3158697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E0602368-B8A0-CD42-B92A-525C411F9FD0}"/>
                </a:ext>
              </a:extLst>
            </p:cNvPr>
            <p:cNvSpPr/>
            <p:nvPr/>
          </p:nvSpPr>
          <p:spPr>
            <a:xfrm>
              <a:off x="4114093" y="2303316"/>
              <a:ext cx="3143235" cy="2416160"/>
            </a:xfrm>
            <a:custGeom>
              <a:avLst/>
              <a:gdLst>
                <a:gd name="connsiteX0" fmla="*/ 0 w 3715473"/>
                <a:gd name="connsiteY0" fmla="*/ 0 h 1794076"/>
                <a:gd name="connsiteX1" fmla="*/ 625033 w 3715473"/>
                <a:gd name="connsiteY1" fmla="*/ 0 h 1794076"/>
                <a:gd name="connsiteX2" fmla="*/ 625033 w 3715473"/>
                <a:gd name="connsiteY2" fmla="*/ 1794076 h 1794076"/>
                <a:gd name="connsiteX3" fmla="*/ 3715473 w 3715473"/>
                <a:gd name="connsiteY3" fmla="*/ 1782501 h 1794076"/>
                <a:gd name="connsiteX0" fmla="*/ 0 w 3715473"/>
                <a:gd name="connsiteY0" fmla="*/ 0 h 1794076"/>
                <a:gd name="connsiteX1" fmla="*/ 625033 w 3715473"/>
                <a:gd name="connsiteY1" fmla="*/ 0 h 1794076"/>
                <a:gd name="connsiteX2" fmla="*/ 625033 w 3715473"/>
                <a:gd name="connsiteY2" fmla="*/ 1794076 h 1794076"/>
                <a:gd name="connsiteX3" fmla="*/ 3715473 w 3715473"/>
                <a:gd name="connsiteY3" fmla="*/ 1782501 h 1794076"/>
                <a:gd name="connsiteX0" fmla="*/ 0 w 3715473"/>
                <a:gd name="connsiteY0" fmla="*/ 0 h 1846891"/>
                <a:gd name="connsiteX1" fmla="*/ 625033 w 3715473"/>
                <a:gd name="connsiteY1" fmla="*/ 0 h 1846891"/>
                <a:gd name="connsiteX2" fmla="*/ 625033 w 3715473"/>
                <a:gd name="connsiteY2" fmla="*/ 1794076 h 1846891"/>
                <a:gd name="connsiteX3" fmla="*/ 3715473 w 3715473"/>
                <a:gd name="connsiteY3" fmla="*/ 1782501 h 1846891"/>
                <a:gd name="connsiteX0" fmla="*/ 0 w 3715473"/>
                <a:gd name="connsiteY0" fmla="*/ 132894 h 1979785"/>
                <a:gd name="connsiteX1" fmla="*/ 625033 w 3715473"/>
                <a:gd name="connsiteY1" fmla="*/ 132894 h 1979785"/>
                <a:gd name="connsiteX2" fmla="*/ 625033 w 3715473"/>
                <a:gd name="connsiteY2" fmla="*/ 1926970 h 1979785"/>
                <a:gd name="connsiteX3" fmla="*/ 3715473 w 3715473"/>
                <a:gd name="connsiteY3" fmla="*/ 1915395 h 1979785"/>
                <a:gd name="connsiteX0" fmla="*/ 0 w 3738623"/>
                <a:gd name="connsiteY0" fmla="*/ 132894 h 1998367"/>
                <a:gd name="connsiteX1" fmla="*/ 625033 w 3738623"/>
                <a:gd name="connsiteY1" fmla="*/ 132894 h 1998367"/>
                <a:gd name="connsiteX2" fmla="*/ 625033 w 3738623"/>
                <a:gd name="connsiteY2" fmla="*/ 1926970 h 1998367"/>
                <a:gd name="connsiteX3" fmla="*/ 3738623 w 3738623"/>
                <a:gd name="connsiteY3" fmla="*/ 1973268 h 1998367"/>
                <a:gd name="connsiteX0" fmla="*/ 0 w 3842795"/>
                <a:gd name="connsiteY0" fmla="*/ 57604 h 2050398"/>
                <a:gd name="connsiteX1" fmla="*/ 729205 w 3842795"/>
                <a:gd name="connsiteY1" fmla="*/ 184925 h 2050398"/>
                <a:gd name="connsiteX2" fmla="*/ 729205 w 3842795"/>
                <a:gd name="connsiteY2" fmla="*/ 1979001 h 2050398"/>
                <a:gd name="connsiteX3" fmla="*/ 3842795 w 3842795"/>
                <a:gd name="connsiteY3" fmla="*/ 2025299 h 2050398"/>
                <a:gd name="connsiteX0" fmla="*/ 0 w 3842795"/>
                <a:gd name="connsiteY0" fmla="*/ 4716 h 1997510"/>
                <a:gd name="connsiteX1" fmla="*/ 729205 w 3842795"/>
                <a:gd name="connsiteY1" fmla="*/ 132037 h 1997510"/>
                <a:gd name="connsiteX2" fmla="*/ 729205 w 3842795"/>
                <a:gd name="connsiteY2" fmla="*/ 1926113 h 1997510"/>
                <a:gd name="connsiteX3" fmla="*/ 3842795 w 3842795"/>
                <a:gd name="connsiteY3" fmla="*/ 1972411 h 1997510"/>
                <a:gd name="connsiteX0" fmla="*/ 0 w 3842795"/>
                <a:gd name="connsiteY0" fmla="*/ 0 h 1992794"/>
                <a:gd name="connsiteX1" fmla="*/ 729205 w 3842795"/>
                <a:gd name="connsiteY1" fmla="*/ 127321 h 1992794"/>
                <a:gd name="connsiteX2" fmla="*/ 729205 w 3842795"/>
                <a:gd name="connsiteY2" fmla="*/ 1921397 h 1992794"/>
                <a:gd name="connsiteX3" fmla="*/ 3842795 w 3842795"/>
                <a:gd name="connsiteY3" fmla="*/ 1967695 h 1992794"/>
                <a:gd name="connsiteX0" fmla="*/ 0 w 3842795"/>
                <a:gd name="connsiteY0" fmla="*/ 0 h 1992794"/>
                <a:gd name="connsiteX1" fmla="*/ 729205 w 3842795"/>
                <a:gd name="connsiteY1" fmla="*/ 127321 h 1992794"/>
                <a:gd name="connsiteX2" fmla="*/ 729205 w 3842795"/>
                <a:gd name="connsiteY2" fmla="*/ 1921397 h 1992794"/>
                <a:gd name="connsiteX3" fmla="*/ 3842795 w 3842795"/>
                <a:gd name="connsiteY3" fmla="*/ 1967695 h 1992794"/>
                <a:gd name="connsiteX0" fmla="*/ 0 w 3842795"/>
                <a:gd name="connsiteY0" fmla="*/ 0 h 2037207"/>
                <a:gd name="connsiteX1" fmla="*/ 729205 w 3842795"/>
                <a:gd name="connsiteY1" fmla="*/ 127321 h 2037207"/>
                <a:gd name="connsiteX2" fmla="*/ 729205 w 3842795"/>
                <a:gd name="connsiteY2" fmla="*/ 1921397 h 2037207"/>
                <a:gd name="connsiteX3" fmla="*/ 3842795 w 3842795"/>
                <a:gd name="connsiteY3" fmla="*/ 1967695 h 2037207"/>
                <a:gd name="connsiteX0" fmla="*/ 68584 w 3182174"/>
                <a:gd name="connsiteY0" fmla="*/ 0 h 1909886"/>
                <a:gd name="connsiteX1" fmla="*/ 68584 w 3182174"/>
                <a:gd name="connsiteY1" fmla="*/ 1794076 h 1909886"/>
                <a:gd name="connsiteX2" fmla="*/ 3182174 w 3182174"/>
                <a:gd name="connsiteY2" fmla="*/ 1840374 h 1909886"/>
                <a:gd name="connsiteX0" fmla="*/ 71679 w 3181522"/>
                <a:gd name="connsiteY0" fmla="*/ 0 h 2430794"/>
                <a:gd name="connsiteX1" fmla="*/ 67932 w 3181522"/>
                <a:gd name="connsiteY1" fmla="*/ 2314984 h 2430794"/>
                <a:gd name="connsiteX2" fmla="*/ 3181522 w 3181522"/>
                <a:gd name="connsiteY2" fmla="*/ 2361282 h 2430794"/>
                <a:gd name="connsiteX0" fmla="*/ 92641 w 3202484"/>
                <a:gd name="connsiteY0" fmla="*/ 0 h 2430794"/>
                <a:gd name="connsiteX1" fmla="*/ 88894 w 3202484"/>
                <a:gd name="connsiteY1" fmla="*/ 2314984 h 2430794"/>
                <a:gd name="connsiteX2" fmla="*/ 3202484 w 3202484"/>
                <a:gd name="connsiteY2" fmla="*/ 2361282 h 2430794"/>
                <a:gd name="connsiteX0" fmla="*/ 88354 w 3198197"/>
                <a:gd name="connsiteY0" fmla="*/ 0 h 2430794"/>
                <a:gd name="connsiteX1" fmla="*/ 84607 w 3198197"/>
                <a:gd name="connsiteY1" fmla="*/ 2314984 h 2430794"/>
                <a:gd name="connsiteX2" fmla="*/ 3198197 w 3198197"/>
                <a:gd name="connsiteY2" fmla="*/ 2361282 h 2430794"/>
                <a:gd name="connsiteX0" fmla="*/ 18407 w 3128250"/>
                <a:gd name="connsiteY0" fmla="*/ 0 h 2430794"/>
                <a:gd name="connsiteX1" fmla="*/ 14660 w 3128250"/>
                <a:gd name="connsiteY1" fmla="*/ 2314984 h 2430794"/>
                <a:gd name="connsiteX2" fmla="*/ 3128250 w 3128250"/>
                <a:gd name="connsiteY2" fmla="*/ 2361282 h 2430794"/>
                <a:gd name="connsiteX0" fmla="*/ 33392 w 3143235"/>
                <a:gd name="connsiteY0" fmla="*/ 0 h 2430794"/>
                <a:gd name="connsiteX1" fmla="*/ 29645 w 3143235"/>
                <a:gd name="connsiteY1" fmla="*/ 2314984 h 2430794"/>
                <a:gd name="connsiteX2" fmla="*/ 3143235 w 3143235"/>
                <a:gd name="connsiteY2" fmla="*/ 2361282 h 2430794"/>
                <a:gd name="connsiteX0" fmla="*/ 33392 w 3143235"/>
                <a:gd name="connsiteY0" fmla="*/ 0 h 2416160"/>
                <a:gd name="connsiteX1" fmla="*/ 29645 w 3143235"/>
                <a:gd name="connsiteY1" fmla="*/ 2314984 h 2416160"/>
                <a:gd name="connsiteX2" fmla="*/ 3143235 w 3143235"/>
                <a:gd name="connsiteY2" fmla="*/ 2361282 h 241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3235" h="2416160">
                  <a:moveTo>
                    <a:pt x="33392" y="0"/>
                  </a:moveTo>
                  <a:cubicBezTo>
                    <a:pt x="30261" y="244713"/>
                    <a:pt x="-37668" y="2215855"/>
                    <a:pt x="29645" y="2314984"/>
                  </a:cubicBezTo>
                  <a:cubicBezTo>
                    <a:pt x="175372" y="2508892"/>
                    <a:pt x="2113088" y="2365140"/>
                    <a:pt x="3143235" y="2361282"/>
                  </a:cubicBezTo>
                </a:path>
              </a:pathLst>
            </a:custGeom>
            <a:noFill/>
            <a:ln w="7302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9FF9A32E-928F-F942-9F0C-5672DDB128E8}"/>
                </a:ext>
              </a:extLst>
            </p:cNvPr>
            <p:cNvSpPr/>
            <p:nvPr/>
          </p:nvSpPr>
          <p:spPr>
            <a:xfrm>
              <a:off x="4906955" y="4715304"/>
              <a:ext cx="814542" cy="746709"/>
            </a:xfrm>
            <a:custGeom>
              <a:avLst/>
              <a:gdLst>
                <a:gd name="connsiteX0" fmla="*/ 0 w 844952"/>
                <a:gd name="connsiteY0" fmla="*/ 0 h 555584"/>
                <a:gd name="connsiteX1" fmla="*/ 844952 w 844952"/>
                <a:gd name="connsiteY1" fmla="*/ 138896 h 555584"/>
                <a:gd name="connsiteX2" fmla="*/ 752355 w 844952"/>
                <a:gd name="connsiteY2" fmla="*/ 555584 h 555584"/>
                <a:gd name="connsiteX0" fmla="*/ 0 w 887733"/>
                <a:gd name="connsiteY0" fmla="*/ 0 h 555584"/>
                <a:gd name="connsiteX1" fmla="*/ 844952 w 887733"/>
                <a:gd name="connsiteY1" fmla="*/ 138896 h 555584"/>
                <a:gd name="connsiteX2" fmla="*/ 752355 w 887733"/>
                <a:gd name="connsiteY2" fmla="*/ 555584 h 555584"/>
                <a:gd name="connsiteX0" fmla="*/ 0 w 871696"/>
                <a:gd name="connsiteY0" fmla="*/ 0 h 570574"/>
                <a:gd name="connsiteX1" fmla="*/ 829962 w 871696"/>
                <a:gd name="connsiteY1" fmla="*/ 153886 h 570574"/>
                <a:gd name="connsiteX2" fmla="*/ 737365 w 871696"/>
                <a:gd name="connsiteY2" fmla="*/ 570574 h 570574"/>
                <a:gd name="connsiteX0" fmla="*/ 0 w 871696"/>
                <a:gd name="connsiteY0" fmla="*/ 0 h 555584"/>
                <a:gd name="connsiteX1" fmla="*/ 829962 w 871696"/>
                <a:gd name="connsiteY1" fmla="*/ 138896 h 555584"/>
                <a:gd name="connsiteX2" fmla="*/ 737365 w 871696"/>
                <a:gd name="connsiteY2" fmla="*/ 555584 h 555584"/>
                <a:gd name="connsiteX0" fmla="*/ 0 w 823595"/>
                <a:gd name="connsiteY0" fmla="*/ 0 h 566827"/>
                <a:gd name="connsiteX1" fmla="*/ 784991 w 823595"/>
                <a:gd name="connsiteY1" fmla="*/ 150139 h 566827"/>
                <a:gd name="connsiteX2" fmla="*/ 692394 w 823595"/>
                <a:gd name="connsiteY2" fmla="*/ 566827 h 566827"/>
                <a:gd name="connsiteX0" fmla="*/ 0 w 811579"/>
                <a:gd name="connsiteY0" fmla="*/ 0 h 746709"/>
                <a:gd name="connsiteX1" fmla="*/ 784991 w 811579"/>
                <a:gd name="connsiteY1" fmla="*/ 150139 h 746709"/>
                <a:gd name="connsiteX2" fmla="*/ 624939 w 811579"/>
                <a:gd name="connsiteY2" fmla="*/ 746709 h 746709"/>
                <a:gd name="connsiteX0" fmla="*/ 0 w 814542"/>
                <a:gd name="connsiteY0" fmla="*/ 0 h 746709"/>
                <a:gd name="connsiteX1" fmla="*/ 784991 w 814542"/>
                <a:gd name="connsiteY1" fmla="*/ 150139 h 746709"/>
                <a:gd name="connsiteX2" fmla="*/ 624939 w 814542"/>
                <a:gd name="connsiteY2" fmla="*/ 746709 h 74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4542" h="746709">
                  <a:moveTo>
                    <a:pt x="0" y="0"/>
                  </a:moveTo>
                  <a:cubicBezTo>
                    <a:pt x="281651" y="46299"/>
                    <a:pt x="680835" y="25688"/>
                    <a:pt x="784991" y="150139"/>
                  </a:cubicBezTo>
                  <a:cubicBezTo>
                    <a:pt x="889147" y="274590"/>
                    <a:pt x="689533" y="604065"/>
                    <a:pt x="624939" y="746709"/>
                  </a:cubicBezTo>
                </a:path>
              </a:pathLst>
            </a:custGeom>
            <a:noFill/>
            <a:ln w="7302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3" name="Slide Number Placeholder 3">
            <a:extLst>
              <a:ext uri="{FF2B5EF4-FFF2-40B4-BE49-F238E27FC236}">
                <a16:creationId xmlns:a16="http://schemas.microsoft.com/office/drawing/2014/main" id="{827DEB79-C6BC-CE43-A606-33289E838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7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 example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13B4B83-D366-B94A-8C94-49B980456E78}"/>
              </a:ext>
            </a:extLst>
          </p:cNvPr>
          <p:cNvGrpSpPr>
            <a:grpSpLocks/>
          </p:cNvGrpSpPr>
          <p:nvPr/>
        </p:nvGrpSpPr>
        <p:grpSpPr bwMode="auto">
          <a:xfrm>
            <a:off x="1022483" y="1382918"/>
            <a:ext cx="2997200" cy="1262063"/>
            <a:chOff x="637575" y="1263648"/>
            <a:chExt cx="2998252" cy="1261939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CD02010-E599-EB48-B3B6-DCDB11306619}"/>
                </a:ext>
              </a:extLst>
            </p:cNvPr>
            <p:cNvSpPr/>
            <p:nvPr/>
          </p:nvSpPr>
          <p:spPr>
            <a:xfrm flipV="1">
              <a:off x="678864" y="2160498"/>
              <a:ext cx="2956963" cy="36508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3018 w 2975668"/>
                <a:gd name="connsiteY0" fmla="*/ 443744 h 443744"/>
                <a:gd name="connsiteX1" fmla="*/ 2225518 w 2975668"/>
                <a:gd name="connsiteY1" fmla="*/ 210910 h 443744"/>
                <a:gd name="connsiteX2" fmla="*/ 2957279 w 2975668"/>
                <a:gd name="connsiteY2" fmla="*/ 79158 h 443744"/>
                <a:gd name="connsiteX3" fmla="*/ 2754685 w 2975668"/>
                <a:gd name="connsiteY3" fmla="*/ 20410 h 443744"/>
                <a:gd name="connsiteX4" fmla="*/ 2747322 w 2975668"/>
                <a:gd name="connsiteY4" fmla="*/ 436381 h 443744"/>
                <a:gd name="connsiteX5" fmla="*/ 3018 w 2975668"/>
                <a:gd name="connsiteY5" fmla="*/ 443744 h 443744"/>
                <a:gd name="connsiteX0" fmla="*/ 3018 w 2957279"/>
                <a:gd name="connsiteY0" fmla="*/ 454405 h 454405"/>
                <a:gd name="connsiteX1" fmla="*/ 2225518 w 2957279"/>
                <a:gd name="connsiteY1" fmla="*/ 221571 h 454405"/>
                <a:gd name="connsiteX2" fmla="*/ 2957279 w 2957279"/>
                <a:gd name="connsiteY2" fmla="*/ 89819 h 454405"/>
                <a:gd name="connsiteX3" fmla="*/ 2754685 w 2957279"/>
                <a:gd name="connsiteY3" fmla="*/ 31071 h 454405"/>
                <a:gd name="connsiteX4" fmla="*/ 2747322 w 2957279"/>
                <a:gd name="connsiteY4" fmla="*/ 447042 h 454405"/>
                <a:gd name="connsiteX5" fmla="*/ 3018 w 2957279"/>
                <a:gd name="connsiteY5" fmla="*/ 454405 h 454405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54685 w 2957279"/>
                <a:gd name="connsiteY3" fmla="*/ 7282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364586 h 364586"/>
                <a:gd name="connsiteX1" fmla="*/ 2225518 w 2957279"/>
                <a:gd name="connsiteY1" fmla="*/ 131752 h 364586"/>
                <a:gd name="connsiteX2" fmla="*/ 2957279 w 2957279"/>
                <a:gd name="connsiteY2" fmla="*/ 0 h 364586"/>
                <a:gd name="connsiteX3" fmla="*/ 2780603 w 2957279"/>
                <a:gd name="connsiteY3" fmla="*/ 138232 h 364586"/>
                <a:gd name="connsiteX4" fmla="*/ 2747322 w 2957279"/>
                <a:gd name="connsiteY4" fmla="*/ 357223 h 364586"/>
                <a:gd name="connsiteX5" fmla="*/ 3018 w 2957279"/>
                <a:gd name="connsiteY5" fmla="*/ 364586 h 36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7279" h="364586">
                  <a:moveTo>
                    <a:pt x="3018" y="364586"/>
                  </a:moveTo>
                  <a:cubicBezTo>
                    <a:pt x="-83949" y="327008"/>
                    <a:pt x="1733141" y="192516"/>
                    <a:pt x="2225518" y="131752"/>
                  </a:cubicBezTo>
                  <a:cubicBezTo>
                    <a:pt x="2717895" y="70988"/>
                    <a:pt x="2402554" y="114689"/>
                    <a:pt x="2957279" y="0"/>
                  </a:cubicBezTo>
                  <a:cubicBezTo>
                    <a:pt x="2832942" y="71922"/>
                    <a:pt x="2815596" y="78695"/>
                    <a:pt x="2780603" y="138232"/>
                  </a:cubicBezTo>
                  <a:cubicBezTo>
                    <a:pt x="2745610" y="197769"/>
                    <a:pt x="2727394" y="213043"/>
                    <a:pt x="2747322" y="357223"/>
                  </a:cubicBezTo>
                  <a:lnTo>
                    <a:pt x="3018" y="36458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66" name="Group 188">
              <a:extLst>
                <a:ext uri="{FF2B5EF4-FFF2-40B4-BE49-F238E27FC236}">
                  <a16:creationId xmlns:a16="http://schemas.microsoft.com/office/drawing/2014/main" id="{7169F7BD-A4EF-8644-A9EF-A93FF9BE1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75" y="1263648"/>
              <a:ext cx="2833213" cy="916517"/>
              <a:chOff x="-994833" y="4042832"/>
              <a:chExt cx="2833213" cy="916517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6364FE24-1DE6-C74F-90F6-CFF0084730F0}"/>
                  </a:ext>
                </a:extLst>
              </p:cNvPr>
              <p:cNvSpPr/>
              <p:nvPr/>
            </p:nvSpPr>
            <p:spPr bwMode="auto">
              <a:xfrm>
                <a:off x="-977364" y="4042832"/>
                <a:ext cx="2775924" cy="9158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68" name="TextBox 190">
                <a:extLst>
                  <a:ext uri="{FF2B5EF4-FFF2-40B4-BE49-F238E27FC236}">
                    <a16:creationId xmlns:a16="http://schemas.microsoft.com/office/drawing/2014/main" id="{540FEA27-AD33-4044-81AD-CF716A1FF8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1177" y="4360336"/>
                <a:ext cx="1646504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Src = 10.3.*.*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Dst = 10.2.*.*</a:t>
                </a:r>
              </a:p>
            </p:txBody>
          </p:sp>
          <p:sp>
            <p:nvSpPr>
              <p:cNvPr id="169" name="TextBox 191">
                <a:extLst>
                  <a:ext uri="{FF2B5EF4-FFF2-40B4-BE49-F238E27FC236}">
                    <a16:creationId xmlns:a16="http://schemas.microsoft.com/office/drawing/2014/main" id="{D2577434-6BA4-AE44-ACF1-5B69C95D5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8763" y="449156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forward(3)</a:t>
                </a:r>
              </a:p>
            </p:txBody>
          </p:sp>
          <p:cxnSp>
            <p:nvCxnSpPr>
              <p:cNvPr id="170" name="Straight Connector 192">
                <a:extLst>
                  <a:ext uri="{FF2B5EF4-FFF2-40B4-BE49-F238E27FC236}">
                    <a16:creationId xmlns:a16="http://schemas.microsoft.com/office/drawing/2014/main" id="{47602C76-A801-A84B-A17C-6345DC6FB5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71" name="TextBox 193">
                <a:extLst>
                  <a:ext uri="{FF2B5EF4-FFF2-40B4-BE49-F238E27FC236}">
                    <a16:creationId xmlns:a16="http://schemas.microsoft.com/office/drawing/2014/main" id="{C270C9C1-7B31-B54E-B3E6-DE4F3E919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match</a:t>
                </a:r>
              </a:p>
            </p:txBody>
          </p:sp>
          <p:sp>
            <p:nvSpPr>
              <p:cNvPr id="172" name="TextBox 194">
                <a:extLst>
                  <a:ext uri="{FF2B5EF4-FFF2-40B4-BE49-F238E27FC236}">
                    <a16:creationId xmlns:a16="http://schemas.microsoft.com/office/drawing/2014/main" id="{249B4475-B1D3-5A4E-B579-2BDCB2E1CC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cxnSp>
            <p:nvCxnSpPr>
              <p:cNvPr id="173" name="Straight Connector 195">
                <a:extLst>
                  <a:ext uri="{FF2B5EF4-FFF2-40B4-BE49-F238E27FC236}">
                    <a16:creationId xmlns:a16="http://schemas.microsoft.com/office/drawing/2014/main" id="{19682459-1A7B-1749-8325-B95C9F950F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8264" y="4049182"/>
                <a:ext cx="1" cy="9048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480A4ED-7EF1-B844-9E8D-5FC6F2A7E450}"/>
              </a:ext>
            </a:extLst>
          </p:cNvPr>
          <p:cNvGrpSpPr>
            <a:grpSpLocks/>
          </p:cNvGrpSpPr>
          <p:nvPr/>
        </p:nvGrpSpPr>
        <p:grpSpPr bwMode="auto">
          <a:xfrm>
            <a:off x="6340608" y="4510088"/>
            <a:ext cx="2894013" cy="2022475"/>
            <a:chOff x="5956617" y="4509743"/>
            <a:chExt cx="2893901" cy="2022127"/>
          </a:xfrm>
        </p:grpSpPr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B80A1654-F65B-9F4D-A9D7-45648B255D1A}"/>
                </a:ext>
              </a:extLst>
            </p:cNvPr>
            <p:cNvSpPr/>
            <p:nvPr/>
          </p:nvSpPr>
          <p:spPr>
            <a:xfrm flipH="1">
              <a:off x="5956617" y="4509743"/>
              <a:ext cx="2838340" cy="63012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979 w 2839117"/>
                <a:gd name="connsiteY0" fmla="*/ 630630 h 630630"/>
                <a:gd name="connsiteX1" fmla="*/ 2225479 w 2839117"/>
                <a:gd name="connsiteY1" fmla="*/ 397796 h 630630"/>
                <a:gd name="connsiteX2" fmla="*/ 2808948 w 2839117"/>
                <a:gd name="connsiteY2" fmla="*/ 4836 h 630630"/>
                <a:gd name="connsiteX3" fmla="*/ 2754646 w 2839117"/>
                <a:gd name="connsiteY3" fmla="*/ 207296 h 630630"/>
                <a:gd name="connsiteX4" fmla="*/ 2747283 w 2839117"/>
                <a:gd name="connsiteY4" fmla="*/ 623267 h 630630"/>
                <a:gd name="connsiteX5" fmla="*/ 2979 w 2839117"/>
                <a:gd name="connsiteY5" fmla="*/ 630630 h 63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9117" h="630630">
                  <a:moveTo>
                    <a:pt x="2979" y="630630"/>
                  </a:moveTo>
                  <a:cubicBezTo>
                    <a:pt x="-83988" y="593052"/>
                    <a:pt x="1757818" y="502095"/>
                    <a:pt x="2225479" y="397796"/>
                  </a:cubicBezTo>
                  <a:cubicBezTo>
                    <a:pt x="2693140" y="293497"/>
                    <a:pt x="2720754" y="36586"/>
                    <a:pt x="2808948" y="4836"/>
                  </a:cubicBezTo>
                  <a:cubicBezTo>
                    <a:pt x="2897142" y="-26914"/>
                    <a:pt x="2764923" y="104224"/>
                    <a:pt x="2754646" y="207296"/>
                  </a:cubicBezTo>
                  <a:cubicBezTo>
                    <a:pt x="2744369" y="310368"/>
                    <a:pt x="2727355" y="479087"/>
                    <a:pt x="2747283" y="623267"/>
                  </a:cubicBezTo>
                  <a:lnTo>
                    <a:pt x="2979" y="63063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76" name="Group 197">
              <a:extLst>
                <a:ext uri="{FF2B5EF4-FFF2-40B4-BE49-F238E27FC236}">
                  <a16:creationId xmlns:a16="http://schemas.microsoft.com/office/drawing/2014/main" id="{824D868E-4454-2F4C-8FD8-5F6E1E36A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1592" y="5137149"/>
              <a:ext cx="2818926" cy="1394721"/>
              <a:chOff x="-999973" y="4042833"/>
              <a:chExt cx="2818926" cy="1394721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9AEE2DF9-71FE-BC4F-8EB6-54F7F0FD3D3A}"/>
                  </a:ext>
                </a:extLst>
              </p:cNvPr>
              <p:cNvSpPr/>
              <p:nvPr/>
            </p:nvSpPr>
            <p:spPr bwMode="auto">
              <a:xfrm>
                <a:off x="-978114" y="4042381"/>
                <a:ext cx="2778018" cy="13443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8" name="TextBox 199">
                <a:extLst>
                  <a:ext uri="{FF2B5EF4-FFF2-40B4-BE49-F238E27FC236}">
                    <a16:creationId xmlns:a16="http://schemas.microsoft.com/office/drawing/2014/main" id="{542445C6-6EF0-1C4B-A1EA-869135523E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99973" y="4360336"/>
                <a:ext cx="1715033" cy="1077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ingress port = 2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Dst = 10.2.0.3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ingress port = 2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Dst = 10.2.0.4</a:t>
                </a:r>
              </a:p>
            </p:txBody>
          </p:sp>
          <p:sp>
            <p:nvSpPr>
              <p:cNvPr id="179" name="TextBox 200">
                <a:extLst>
                  <a:ext uri="{FF2B5EF4-FFF2-40B4-BE49-F238E27FC236}">
                    <a16:creationId xmlns:a16="http://schemas.microsoft.com/office/drawing/2014/main" id="{A6E954E4-BF8A-3A40-A762-B6BEE7AEF6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327" y="4474229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forward(3)</a:t>
                </a:r>
              </a:p>
            </p:txBody>
          </p:sp>
          <p:cxnSp>
            <p:nvCxnSpPr>
              <p:cNvPr id="180" name="Straight Connector 201">
                <a:extLst>
                  <a:ext uri="{FF2B5EF4-FFF2-40B4-BE49-F238E27FC236}">
                    <a16:creationId xmlns:a16="http://schemas.microsoft.com/office/drawing/2014/main" id="{A752B4ED-0C1F-4940-AAC0-63E8ACFA2A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1" name="TextBox 202">
                <a:extLst>
                  <a:ext uri="{FF2B5EF4-FFF2-40B4-BE49-F238E27FC236}">
                    <a16:creationId xmlns:a16="http://schemas.microsoft.com/office/drawing/2014/main" id="{4CA61839-5823-3549-9DCB-FE8DCC36D1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match</a:t>
                </a:r>
              </a:p>
            </p:txBody>
          </p:sp>
          <p:sp>
            <p:nvSpPr>
              <p:cNvPr id="182" name="TextBox 203">
                <a:extLst>
                  <a:ext uri="{FF2B5EF4-FFF2-40B4-BE49-F238E27FC236}">
                    <a16:creationId xmlns:a16="http://schemas.microsoft.com/office/drawing/2014/main" id="{7514D657-EC53-9E4C-B66E-1C5E795ADC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cxnSp>
            <p:nvCxnSpPr>
              <p:cNvPr id="183" name="Straight Connector 204">
                <a:extLst>
                  <a:ext uri="{FF2B5EF4-FFF2-40B4-BE49-F238E27FC236}">
                    <a16:creationId xmlns:a16="http://schemas.microsoft.com/office/drawing/2014/main" id="{E25402CA-C61C-E345-A963-3280E278340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0503" y="4042833"/>
                <a:ext cx="4690" cy="13494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4" name="Straight Connector 205">
                <a:extLst>
                  <a:ext uri="{FF2B5EF4-FFF2-40B4-BE49-F238E27FC236}">
                    <a16:creationId xmlns:a16="http://schemas.microsoft.com/office/drawing/2014/main" id="{0C898F1E-139E-564D-BCAD-5508B13EB6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75047" y="4896787"/>
                <a:ext cx="27940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5" name="TextBox 206">
                <a:extLst>
                  <a:ext uri="{FF2B5EF4-FFF2-40B4-BE49-F238E27FC236}">
                    <a16:creationId xmlns:a16="http://schemas.microsoft.com/office/drawing/2014/main" id="{090CAD62-F5C2-AC4D-8F08-9E4D420505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712" y="497344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forward(4)</a:t>
                </a:r>
              </a:p>
            </p:txBody>
          </p: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E9352B8-0B71-B84D-8238-807CCAC1D461}"/>
              </a:ext>
            </a:extLst>
          </p:cNvPr>
          <p:cNvGrpSpPr>
            <a:grpSpLocks/>
          </p:cNvGrpSpPr>
          <p:nvPr/>
        </p:nvGrpSpPr>
        <p:grpSpPr bwMode="auto">
          <a:xfrm>
            <a:off x="971683" y="4398137"/>
            <a:ext cx="3089275" cy="2001837"/>
            <a:chOff x="587526" y="4569769"/>
            <a:chExt cx="3089750" cy="2002482"/>
          </a:xfrm>
        </p:grpSpPr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1A6E741D-821B-5E4E-B022-0D497A8BED90}"/>
                </a:ext>
              </a:extLst>
            </p:cNvPr>
            <p:cNvSpPr/>
            <p:nvPr/>
          </p:nvSpPr>
          <p:spPr>
            <a:xfrm>
              <a:off x="631983" y="4569769"/>
              <a:ext cx="3045293" cy="849586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5074" h="848898">
                  <a:moveTo>
                    <a:pt x="2799" y="848898"/>
                  </a:moveTo>
                  <a:cubicBezTo>
                    <a:pt x="-84168" y="811320"/>
                    <a:pt x="1881874" y="743370"/>
                    <a:pt x="2225299" y="616064"/>
                  </a:cubicBezTo>
                  <a:cubicBezTo>
                    <a:pt x="2568724" y="488758"/>
                    <a:pt x="2941438" y="33981"/>
                    <a:pt x="3029632" y="2231"/>
                  </a:cubicBezTo>
                  <a:cubicBezTo>
                    <a:pt x="3117826" y="-29519"/>
                    <a:pt x="2801554" y="285680"/>
                    <a:pt x="2754466" y="425564"/>
                  </a:cubicBezTo>
                  <a:cubicBezTo>
                    <a:pt x="2707378" y="565448"/>
                    <a:pt x="2727175" y="697355"/>
                    <a:pt x="2747103" y="841535"/>
                  </a:cubicBezTo>
                  <a:lnTo>
                    <a:pt x="2799" y="8488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88" name="Group 50">
              <a:extLst>
                <a:ext uri="{FF2B5EF4-FFF2-40B4-BE49-F238E27FC236}">
                  <a16:creationId xmlns:a16="http://schemas.microsoft.com/office/drawing/2014/main" id="{BE1DE1B9-E78B-9240-B4C1-CDE0143B5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526" y="5408083"/>
              <a:ext cx="2799140" cy="1164168"/>
              <a:chOff x="-999973" y="4042832"/>
              <a:chExt cx="2799140" cy="1164168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AB812EA-84E0-364C-BF4E-C310D6EE648D}"/>
                  </a:ext>
                </a:extLst>
              </p:cNvPr>
              <p:cNvSpPr/>
              <p:nvPr/>
            </p:nvSpPr>
            <p:spPr bwMode="auto">
              <a:xfrm>
                <a:off x="-977745" y="4042988"/>
                <a:ext cx="2776965" cy="11640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90" name="TextBox 8">
                <a:extLst>
                  <a:ext uri="{FF2B5EF4-FFF2-40B4-BE49-F238E27FC236}">
                    <a16:creationId xmlns:a16="http://schemas.microsoft.com/office/drawing/2014/main" id="{4B4E36AE-BDA7-784C-B123-CD19BFF0A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99973" y="4360336"/>
                <a:ext cx="1646504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ingress port = 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Src = 10.3.*.*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 Dst = 10.2.*.*</a:t>
                </a:r>
              </a:p>
            </p:txBody>
          </p:sp>
          <p:sp>
            <p:nvSpPr>
              <p:cNvPr id="191" name="TextBox 183">
                <a:extLst>
                  <a:ext uri="{FF2B5EF4-FFF2-40B4-BE49-F238E27FC236}">
                    <a16:creationId xmlns:a16="http://schemas.microsoft.com/office/drawing/2014/main" id="{1048FAFD-39AC-F541-8FA4-CACDC171AF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427" y="4576235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forward(4)</a:t>
                </a:r>
              </a:p>
            </p:txBody>
          </p:sp>
          <p:cxnSp>
            <p:nvCxnSpPr>
              <p:cNvPr id="192" name="Straight Connector 14">
                <a:extLst>
                  <a:ext uri="{FF2B5EF4-FFF2-40B4-BE49-F238E27FC236}">
                    <a16:creationId xmlns:a16="http://schemas.microsoft.com/office/drawing/2014/main" id="{CC779584-6E1A-5F48-993C-109EE3DA57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3" name="TextBox 185">
                <a:extLst>
                  <a:ext uri="{FF2B5EF4-FFF2-40B4-BE49-F238E27FC236}">
                    <a16:creationId xmlns:a16="http://schemas.microsoft.com/office/drawing/2014/main" id="{1B44CA55-C29F-9F46-A24C-C6280EF8E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match</a:t>
                </a:r>
              </a:p>
            </p:txBody>
          </p:sp>
          <p:sp>
            <p:nvSpPr>
              <p:cNvPr id="194" name="TextBox 186">
                <a:extLst>
                  <a:ext uri="{FF2B5EF4-FFF2-40B4-BE49-F238E27FC236}">
                    <a16:creationId xmlns:a16="http://schemas.microsoft.com/office/drawing/2014/main" id="{1484E893-7E74-0044-8E63-B81C5E9B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action</a:t>
                </a:r>
              </a:p>
            </p:txBody>
          </p:sp>
          <p:cxnSp>
            <p:nvCxnSpPr>
              <p:cNvPr id="195" name="Straight Connector 187">
                <a:extLst>
                  <a:ext uri="{FF2B5EF4-FFF2-40B4-BE49-F238E27FC236}">
                    <a16:creationId xmlns:a16="http://schemas.microsoft.com/office/drawing/2014/main" id="{3C549993-9413-7245-A5F5-7AFA653CCB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34998" y="4042833"/>
                <a:ext cx="0" cy="1164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196" name="Straight Connector 13">
            <a:extLst>
              <a:ext uri="{FF2B5EF4-FFF2-40B4-BE49-F238E27FC236}">
                <a16:creationId xmlns:a16="http://schemas.microsoft.com/office/drawing/2014/main" id="{CB40D880-161F-974F-A9EE-DC429D8528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45096" y="2562225"/>
            <a:ext cx="2157412" cy="1846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7" name="Straight Connector 11">
            <a:extLst>
              <a:ext uri="{FF2B5EF4-FFF2-40B4-BE49-F238E27FC236}">
                <a16:creationId xmlns:a16="http://schemas.microsoft.com/office/drawing/2014/main" id="{F369C91E-6275-2C49-8D03-6AFE694C55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96" y="4497388"/>
            <a:ext cx="2046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Straight Connector 6">
            <a:extLst>
              <a:ext uri="{FF2B5EF4-FFF2-40B4-BE49-F238E27FC236}">
                <a16:creationId xmlns:a16="http://schemas.microsoft.com/office/drawing/2014/main" id="{8130AC3F-4D6F-7145-8F66-CD05FE33E6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26058" y="2690813"/>
            <a:ext cx="0" cy="157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Straight Connector 64">
            <a:extLst>
              <a:ext uri="{FF2B5EF4-FFF2-40B4-BE49-F238E27FC236}">
                <a16:creationId xmlns:a16="http://schemas.microsoft.com/office/drawing/2014/main" id="{D53BF40B-1E44-474A-A1E4-88E387FB21E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6708" y="3154363"/>
            <a:ext cx="1477963" cy="13112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4B29DE4-2EEB-D84D-9D70-6BD80FD57EAC}"/>
              </a:ext>
            </a:extLst>
          </p:cNvPr>
          <p:cNvCxnSpPr/>
          <p:nvPr/>
        </p:nvCxnSpPr>
        <p:spPr>
          <a:xfrm flipH="1" flipV="1">
            <a:off x="4294321" y="4567238"/>
            <a:ext cx="6350" cy="65722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4FF8069-D6E8-734F-B1D2-6BE329F879C7}"/>
              </a:ext>
            </a:extLst>
          </p:cNvPr>
          <p:cNvCxnSpPr/>
          <p:nvPr/>
        </p:nvCxnSpPr>
        <p:spPr>
          <a:xfrm>
            <a:off x="3338646" y="4524375"/>
            <a:ext cx="531812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02" name="Group 44">
            <a:extLst>
              <a:ext uri="{FF2B5EF4-FFF2-40B4-BE49-F238E27FC236}">
                <a16:creationId xmlns:a16="http://schemas.microsoft.com/office/drawing/2014/main" id="{9C4002D9-DF30-D144-9386-64ED23FED52F}"/>
              </a:ext>
            </a:extLst>
          </p:cNvPr>
          <p:cNvGrpSpPr>
            <a:grpSpLocks/>
          </p:cNvGrpSpPr>
          <p:nvPr/>
        </p:nvGrpSpPr>
        <p:grpSpPr bwMode="auto">
          <a:xfrm>
            <a:off x="2740158" y="4043363"/>
            <a:ext cx="757238" cy="628650"/>
            <a:chOff x="-44" y="1473"/>
            <a:chExt cx="981" cy="1105"/>
          </a:xfrm>
        </p:grpSpPr>
        <p:pic>
          <p:nvPicPr>
            <p:cNvPr id="203" name="Picture 45" descr="desktop_computer_stylized_medium">
              <a:extLst>
                <a:ext uri="{FF2B5EF4-FFF2-40B4-BE49-F238E27FC236}">
                  <a16:creationId xmlns:a16="http://schemas.microsoft.com/office/drawing/2014/main" id="{A8DDFC57-A653-E643-878F-2786E68F6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Freeform 46">
              <a:extLst>
                <a:ext uri="{FF2B5EF4-FFF2-40B4-BE49-F238E27FC236}">
                  <a16:creationId xmlns:a16="http://schemas.microsoft.com/office/drawing/2014/main" id="{3015E4EC-FEA9-5542-ACE6-63401E8006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5" name="Group 44">
            <a:extLst>
              <a:ext uri="{FF2B5EF4-FFF2-40B4-BE49-F238E27FC236}">
                <a16:creationId xmlns:a16="http://schemas.microsoft.com/office/drawing/2014/main" id="{F77FDB30-E2C1-8043-AA3D-41C5428CD580}"/>
              </a:ext>
            </a:extLst>
          </p:cNvPr>
          <p:cNvGrpSpPr>
            <a:grpSpLocks/>
          </p:cNvGrpSpPr>
          <p:nvPr/>
        </p:nvGrpSpPr>
        <p:grpSpPr bwMode="auto">
          <a:xfrm>
            <a:off x="3803783" y="4892675"/>
            <a:ext cx="757238" cy="628650"/>
            <a:chOff x="188" y="1473"/>
            <a:chExt cx="981" cy="1105"/>
          </a:xfrm>
        </p:grpSpPr>
        <p:pic>
          <p:nvPicPr>
            <p:cNvPr id="206" name="Picture 45" descr="desktop_computer_stylized_medium">
              <a:extLst>
                <a:ext uri="{FF2B5EF4-FFF2-40B4-BE49-F238E27FC236}">
                  <a16:creationId xmlns:a16="http://schemas.microsoft.com/office/drawing/2014/main" id="{1052E4EA-6FEA-844A-A25A-AF2C0B49F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46">
              <a:extLst>
                <a:ext uri="{FF2B5EF4-FFF2-40B4-BE49-F238E27FC236}">
                  <a16:creationId xmlns:a16="http://schemas.microsoft.com/office/drawing/2014/main" id="{539D824A-2830-1A42-AF13-8ADCB10DAC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8" y="1587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8" name="TextBox 9">
            <a:extLst>
              <a:ext uri="{FF2B5EF4-FFF2-40B4-BE49-F238E27FC236}">
                <a16:creationId xmlns:a16="http://schemas.microsoft.com/office/drawing/2014/main" id="{6EDEBC7E-1ACA-5B44-9D83-8900509C0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917" y="4216884"/>
            <a:ext cx="83343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10.1.0.1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09" name="TextBox 58">
            <a:extLst>
              <a:ext uri="{FF2B5EF4-FFF2-40B4-BE49-F238E27FC236}">
                <a16:creationId xmlns:a16="http://schemas.microsoft.com/office/drawing/2014/main" id="{E1178F66-20DC-9147-A60A-B4A736E8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312" y="5453407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10.1.0.2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A1F07088-AD69-CB45-9BB2-8DB8C9FEDA25}"/>
              </a:ext>
            </a:extLst>
          </p:cNvPr>
          <p:cNvCxnSpPr/>
          <p:nvPr/>
        </p:nvCxnSpPr>
        <p:spPr>
          <a:xfrm flipV="1">
            <a:off x="5992946" y="4568825"/>
            <a:ext cx="306387" cy="49053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6CB3FF4-5E87-DD4D-9275-FA1D2385BBC2}"/>
              </a:ext>
            </a:extLst>
          </p:cNvPr>
          <p:cNvCxnSpPr/>
          <p:nvPr/>
        </p:nvCxnSpPr>
        <p:spPr>
          <a:xfrm>
            <a:off x="6747008" y="4448175"/>
            <a:ext cx="53181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12" name="Group 44">
            <a:extLst>
              <a:ext uri="{FF2B5EF4-FFF2-40B4-BE49-F238E27FC236}">
                <a16:creationId xmlns:a16="http://schemas.microsoft.com/office/drawing/2014/main" id="{AF067C68-E87B-E64B-9EA0-8C576193E2D5}"/>
              </a:ext>
            </a:extLst>
          </p:cNvPr>
          <p:cNvGrpSpPr>
            <a:grpSpLocks/>
          </p:cNvGrpSpPr>
          <p:nvPr/>
        </p:nvGrpSpPr>
        <p:grpSpPr bwMode="auto">
          <a:xfrm>
            <a:off x="6953383" y="4221163"/>
            <a:ext cx="757238" cy="628650"/>
            <a:chOff x="-44" y="1473"/>
            <a:chExt cx="981" cy="1105"/>
          </a:xfrm>
        </p:grpSpPr>
        <p:pic>
          <p:nvPicPr>
            <p:cNvPr id="213" name="Picture 45" descr="desktop_computer_stylized_medium">
              <a:extLst>
                <a:ext uri="{FF2B5EF4-FFF2-40B4-BE49-F238E27FC236}">
                  <a16:creationId xmlns:a16="http://schemas.microsoft.com/office/drawing/2014/main" id="{58222FD7-FAC0-9048-861D-C7FB905DA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" name="Freeform 46">
              <a:extLst>
                <a:ext uri="{FF2B5EF4-FFF2-40B4-BE49-F238E27FC236}">
                  <a16:creationId xmlns:a16="http://schemas.microsoft.com/office/drawing/2014/main" id="{4F99949B-902B-5C48-B8F4-C60B9A1C94B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5" name="Group 44">
            <a:extLst>
              <a:ext uri="{FF2B5EF4-FFF2-40B4-BE49-F238E27FC236}">
                <a16:creationId xmlns:a16="http://schemas.microsoft.com/office/drawing/2014/main" id="{BB96A80F-DF20-D84A-83F9-B02CA294C3CB}"/>
              </a:ext>
            </a:extLst>
          </p:cNvPr>
          <p:cNvGrpSpPr>
            <a:grpSpLocks/>
          </p:cNvGrpSpPr>
          <p:nvPr/>
        </p:nvGrpSpPr>
        <p:grpSpPr bwMode="auto">
          <a:xfrm>
            <a:off x="5475421" y="4835525"/>
            <a:ext cx="757237" cy="628650"/>
            <a:chOff x="-44" y="1473"/>
            <a:chExt cx="981" cy="1105"/>
          </a:xfrm>
        </p:grpSpPr>
        <p:pic>
          <p:nvPicPr>
            <p:cNvPr id="216" name="Picture 45" descr="desktop_computer_stylized_medium">
              <a:extLst>
                <a:ext uri="{FF2B5EF4-FFF2-40B4-BE49-F238E27FC236}">
                  <a16:creationId xmlns:a16="http://schemas.microsoft.com/office/drawing/2014/main" id="{33CD0307-64FA-664C-937F-8AEF1F76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7" name="Freeform 46">
              <a:extLst>
                <a:ext uri="{FF2B5EF4-FFF2-40B4-BE49-F238E27FC236}">
                  <a16:creationId xmlns:a16="http://schemas.microsoft.com/office/drawing/2014/main" id="{7E09CDE0-C828-BD49-ABFC-D01B3B77796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18" name="TextBox 70">
            <a:extLst>
              <a:ext uri="{FF2B5EF4-FFF2-40B4-BE49-F238E27FC236}">
                <a16:creationId xmlns:a16="http://schemas.microsoft.com/office/drawing/2014/main" id="{F1E4672C-055C-0040-BA1C-1B569384F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947" y="4249738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10.2.0.4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9" name="TextBox 71">
            <a:extLst>
              <a:ext uri="{FF2B5EF4-FFF2-40B4-BE49-F238E27FC236}">
                <a16:creationId xmlns:a16="http://schemas.microsoft.com/office/drawing/2014/main" id="{7D1D7A82-2B90-124D-8B70-788F9A13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07" y="5349807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10.2.0.3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2B5B59C-D9F3-FA4D-8B80-E6E965F14CB4}"/>
              </a:ext>
            </a:extLst>
          </p:cNvPr>
          <p:cNvCxnSpPr/>
          <p:nvPr/>
        </p:nvCxnSpPr>
        <p:spPr>
          <a:xfrm>
            <a:off x="3349758" y="2681288"/>
            <a:ext cx="706438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46ED07FB-874E-784B-B948-DE3F22F518D9}"/>
              </a:ext>
            </a:extLst>
          </p:cNvPr>
          <p:cNvCxnSpPr/>
          <p:nvPr/>
        </p:nvCxnSpPr>
        <p:spPr>
          <a:xfrm flipV="1">
            <a:off x="4327658" y="2014538"/>
            <a:ext cx="0" cy="47466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22" name="Group 44">
            <a:extLst>
              <a:ext uri="{FF2B5EF4-FFF2-40B4-BE49-F238E27FC236}">
                <a16:creationId xmlns:a16="http://schemas.microsoft.com/office/drawing/2014/main" id="{7AD81740-508B-C947-8F31-2442A83D9910}"/>
              </a:ext>
            </a:extLst>
          </p:cNvPr>
          <p:cNvGrpSpPr>
            <a:grpSpLocks/>
          </p:cNvGrpSpPr>
          <p:nvPr/>
        </p:nvGrpSpPr>
        <p:grpSpPr bwMode="auto">
          <a:xfrm>
            <a:off x="3846646" y="1622425"/>
            <a:ext cx="757237" cy="628650"/>
            <a:chOff x="-44" y="1473"/>
            <a:chExt cx="981" cy="1105"/>
          </a:xfrm>
        </p:grpSpPr>
        <p:pic>
          <p:nvPicPr>
            <p:cNvPr id="223" name="Picture 45" descr="desktop_computer_stylized_medium">
              <a:extLst>
                <a:ext uri="{FF2B5EF4-FFF2-40B4-BE49-F238E27FC236}">
                  <a16:creationId xmlns:a16="http://schemas.microsoft.com/office/drawing/2014/main" id="{2C016883-9484-5C4D-B14D-EA3364FB6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F5C81A08-61C3-3E43-A943-49A53106C8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5" name="Group 44">
            <a:extLst>
              <a:ext uri="{FF2B5EF4-FFF2-40B4-BE49-F238E27FC236}">
                <a16:creationId xmlns:a16="http://schemas.microsoft.com/office/drawing/2014/main" id="{8C13A896-FAF2-1944-9E6A-653D596FBABE}"/>
              </a:ext>
            </a:extLst>
          </p:cNvPr>
          <p:cNvGrpSpPr>
            <a:grpSpLocks/>
          </p:cNvGrpSpPr>
          <p:nvPr/>
        </p:nvGrpSpPr>
        <p:grpSpPr bwMode="auto">
          <a:xfrm>
            <a:off x="2792546" y="2561879"/>
            <a:ext cx="757237" cy="628650"/>
            <a:chOff x="-44" y="1473"/>
            <a:chExt cx="981" cy="1105"/>
          </a:xfrm>
        </p:grpSpPr>
        <p:pic>
          <p:nvPicPr>
            <p:cNvPr id="226" name="Picture 45" descr="desktop_computer_stylized_medium">
              <a:extLst>
                <a:ext uri="{FF2B5EF4-FFF2-40B4-BE49-F238E27FC236}">
                  <a16:creationId xmlns:a16="http://schemas.microsoft.com/office/drawing/2014/main" id="{170E5B83-C729-6B4F-8607-FA40D2628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46">
              <a:extLst>
                <a:ext uri="{FF2B5EF4-FFF2-40B4-BE49-F238E27FC236}">
                  <a16:creationId xmlns:a16="http://schemas.microsoft.com/office/drawing/2014/main" id="{DA39ACBD-A915-6D4A-817E-BF1203C22A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28" name="TextBox 83">
            <a:extLst>
              <a:ext uri="{FF2B5EF4-FFF2-40B4-BE49-F238E27FC236}">
                <a16:creationId xmlns:a16="http://schemas.microsoft.com/office/drawing/2014/main" id="{30CFD95A-683A-934C-A7FE-C30EB2568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446" y="3065116"/>
            <a:ext cx="833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10.3.0.5</a:t>
            </a:r>
          </a:p>
        </p:txBody>
      </p:sp>
      <p:sp>
        <p:nvSpPr>
          <p:cNvPr id="229" name="TextBox 92">
            <a:extLst>
              <a:ext uri="{FF2B5EF4-FFF2-40B4-BE49-F238E27FC236}">
                <a16:creationId xmlns:a16="http://schemas.microsoft.com/office/drawing/2014/main" id="{988CB387-3820-3A4C-A283-BDC5D16D3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558" y="394970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s1</a:t>
            </a:r>
          </a:p>
        </p:txBody>
      </p:sp>
      <p:sp>
        <p:nvSpPr>
          <p:cNvPr id="230" name="TextBox 93">
            <a:extLst>
              <a:ext uri="{FF2B5EF4-FFF2-40B4-BE49-F238E27FC236}">
                <a16:creationId xmlns:a16="http://schemas.microsoft.com/office/drawing/2014/main" id="{CBFD7310-8113-634E-8357-DF51674B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146" y="3976688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s2</a:t>
            </a:r>
          </a:p>
        </p:txBody>
      </p:sp>
      <p:sp>
        <p:nvSpPr>
          <p:cNvPr id="231" name="TextBox 94">
            <a:extLst>
              <a:ext uri="{FF2B5EF4-FFF2-40B4-BE49-F238E27FC236}">
                <a16:creationId xmlns:a16="http://schemas.microsoft.com/office/drawing/2014/main" id="{3350DC8E-7B2E-2744-9A7F-5D80CDC27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046" y="2168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s3</a:t>
            </a:r>
          </a:p>
        </p:txBody>
      </p:sp>
      <p:cxnSp>
        <p:nvCxnSpPr>
          <p:cNvPr id="232" name="Straight Connector 99">
            <a:extLst>
              <a:ext uri="{FF2B5EF4-FFF2-40B4-BE49-F238E27FC236}">
                <a16:creationId xmlns:a16="http://schemas.microsoft.com/office/drawing/2014/main" id="{D82A6EC4-C796-AD40-976D-1FD13F41BA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46708" y="2871788"/>
            <a:ext cx="1392238" cy="2190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3" name="Straight Connector 102">
            <a:extLst>
              <a:ext uri="{FF2B5EF4-FFF2-40B4-BE49-F238E27FC236}">
                <a16:creationId xmlns:a16="http://schemas.microsoft.com/office/drawing/2014/main" id="{168D649A-E996-4E4B-9CE2-4CE19077F1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24671" y="3154363"/>
            <a:ext cx="533400" cy="976312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4" name="TextBox 108">
            <a:extLst>
              <a:ext uri="{FF2B5EF4-FFF2-40B4-BE49-F238E27FC236}">
                <a16:creationId xmlns:a16="http://schemas.microsoft.com/office/drawing/2014/main" id="{C24D254F-852A-5041-BE42-3D1E0FD07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108" y="2173288"/>
            <a:ext cx="271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TextBox 109">
            <a:extLst>
              <a:ext uri="{FF2B5EF4-FFF2-40B4-BE49-F238E27FC236}">
                <a16:creationId xmlns:a16="http://schemas.microsoft.com/office/drawing/2014/main" id="{1B4722FF-BC4E-B24E-AAF9-4CFBDCD1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796" y="2419350"/>
            <a:ext cx="273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6" name="TextBox 110">
            <a:extLst>
              <a:ext uri="{FF2B5EF4-FFF2-40B4-BE49-F238E27FC236}">
                <a16:creationId xmlns:a16="http://schemas.microsoft.com/office/drawing/2014/main" id="{99E43DED-25B4-764C-B475-987E9899A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096" y="279089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7" name="TextBox 111">
            <a:extLst>
              <a:ext uri="{FF2B5EF4-FFF2-40B4-BE49-F238E27FC236}">
                <a16:creationId xmlns:a16="http://schemas.microsoft.com/office/drawing/2014/main" id="{60CD7B1B-6C0C-414A-A6F4-2C724B111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933" y="2687638"/>
            <a:ext cx="2746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8" name="TextBox 112">
            <a:extLst>
              <a:ext uri="{FF2B5EF4-FFF2-40B4-BE49-F238E27FC236}">
                <a16:creationId xmlns:a16="http://schemas.microsoft.com/office/drawing/2014/main" id="{36B76F06-8CE7-0E41-A3A1-18B5E468B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271" y="4006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9" name="TextBox 113">
            <a:extLst>
              <a:ext uri="{FF2B5EF4-FFF2-40B4-BE49-F238E27FC236}">
                <a16:creationId xmlns:a16="http://schemas.microsoft.com/office/drawing/2014/main" id="{B38FAB30-55A3-AD46-B047-E929AAD42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083" y="4276725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0" name="TextBox 114">
            <a:extLst>
              <a:ext uri="{FF2B5EF4-FFF2-40B4-BE49-F238E27FC236}">
                <a16:creationId xmlns:a16="http://schemas.microsoft.com/office/drawing/2014/main" id="{6209C114-B4AA-A244-982D-EBB94D82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671" y="462438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1" name="TextBox 115">
            <a:extLst>
              <a:ext uri="{FF2B5EF4-FFF2-40B4-BE49-F238E27FC236}">
                <a16:creationId xmlns:a16="http://schemas.microsoft.com/office/drawing/2014/main" id="{3C3609FE-6138-874F-A89C-6F8C711D3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671" y="4437063"/>
            <a:ext cx="273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2" name="TextBox 117">
            <a:extLst>
              <a:ext uri="{FF2B5EF4-FFF2-40B4-BE49-F238E27FC236}">
                <a16:creationId xmlns:a16="http://schemas.microsoft.com/office/drawing/2014/main" id="{9D634780-9369-0148-8A46-086906AB7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971" y="408940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3" name="TextBox 118">
            <a:extLst>
              <a:ext uri="{FF2B5EF4-FFF2-40B4-BE49-F238E27FC236}">
                <a16:creationId xmlns:a16="http://schemas.microsoft.com/office/drawing/2014/main" id="{6F9BC31D-23BD-554C-A935-0C3ED713F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396" y="4437063"/>
            <a:ext cx="274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4" name="TextBox 119">
            <a:extLst>
              <a:ext uri="{FF2B5EF4-FFF2-40B4-BE49-F238E27FC236}">
                <a16:creationId xmlns:a16="http://schemas.microsoft.com/office/drawing/2014/main" id="{E42C8FB7-C2F4-7E49-AD30-C67257B5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08" y="464185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5" name="TextBox 120">
            <a:extLst>
              <a:ext uri="{FF2B5EF4-FFF2-40B4-BE49-F238E27FC236}">
                <a16:creationId xmlns:a16="http://schemas.microsoft.com/office/drawing/2014/main" id="{89A9F45F-6E86-9A4C-AF52-070A9E3AE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908" y="4394200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6" name="TextBox 150">
            <a:extLst>
              <a:ext uri="{FF2B5EF4-FFF2-40B4-BE49-F238E27FC236}">
                <a16:creationId xmlns:a16="http://schemas.microsoft.com/office/drawing/2014/main" id="{54FFEFDD-84AB-484A-93F2-66AB84A2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291" y="1666393"/>
            <a:ext cx="83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Host h6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10.3.0.6</a:t>
            </a:r>
          </a:p>
        </p:txBody>
      </p:sp>
      <p:grpSp>
        <p:nvGrpSpPr>
          <p:cNvPr id="277" name="Group 88">
            <a:extLst>
              <a:ext uri="{FF2B5EF4-FFF2-40B4-BE49-F238E27FC236}">
                <a16:creationId xmlns:a16="http://schemas.microsoft.com/office/drawing/2014/main" id="{7A022A32-83B1-5748-9221-800D0CFB34B0}"/>
              </a:ext>
            </a:extLst>
          </p:cNvPr>
          <p:cNvGrpSpPr>
            <a:grpSpLocks/>
          </p:cNvGrpSpPr>
          <p:nvPr/>
        </p:nvGrpSpPr>
        <p:grpSpPr bwMode="auto">
          <a:xfrm>
            <a:off x="5400808" y="1862138"/>
            <a:ext cx="1270000" cy="1482725"/>
            <a:chOff x="5418667" y="1587500"/>
            <a:chExt cx="1270000" cy="1481667"/>
          </a:xfrm>
        </p:grpSpPr>
        <p:grpSp>
          <p:nvGrpSpPr>
            <p:cNvPr id="278" name="Group 79">
              <a:extLst>
                <a:ext uri="{FF2B5EF4-FFF2-40B4-BE49-F238E27FC236}">
                  <a16:creationId xmlns:a16="http://schemas.microsoft.com/office/drawing/2014/main" id="{ACD5087A-4126-5D4A-B13B-F67F7506A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0087" y="1742411"/>
              <a:ext cx="1047344" cy="1163369"/>
              <a:chOff x="5440087" y="1742411"/>
              <a:chExt cx="1047344" cy="1163369"/>
            </a:xfrm>
          </p:grpSpPr>
          <p:grpSp>
            <p:nvGrpSpPr>
              <p:cNvPr id="280" name="Group 950">
                <a:extLst>
                  <a:ext uri="{FF2B5EF4-FFF2-40B4-BE49-F238E27FC236}">
                    <a16:creationId xmlns:a16="http://schemas.microsoft.com/office/drawing/2014/main" id="{21D68A0A-9909-D449-98B0-19D7C2FB75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283" name="Freeform 951">
                  <a:extLst>
                    <a:ext uri="{FF2B5EF4-FFF2-40B4-BE49-F238E27FC236}">
                      <a16:creationId xmlns:a16="http://schemas.microsoft.com/office/drawing/2014/main" id="{E3817A04-160B-F442-A0EE-4B30F2EE8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4" name="Rectangle 952">
                  <a:extLst>
                    <a:ext uri="{FF2B5EF4-FFF2-40B4-BE49-F238E27FC236}">
                      <a16:creationId xmlns:a16="http://schemas.microsoft.com/office/drawing/2014/main" id="{75B67217-BB62-6248-BD4E-EB9548DDB4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5" name="Freeform 953">
                  <a:extLst>
                    <a:ext uri="{FF2B5EF4-FFF2-40B4-BE49-F238E27FC236}">
                      <a16:creationId xmlns:a16="http://schemas.microsoft.com/office/drawing/2014/main" id="{B318F2C8-1650-8646-8E8D-A78555EC0C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6" name="Freeform 954">
                  <a:extLst>
                    <a:ext uri="{FF2B5EF4-FFF2-40B4-BE49-F238E27FC236}">
                      <a16:creationId xmlns:a16="http://schemas.microsoft.com/office/drawing/2014/main" id="{04D05301-60BD-FC40-AAA2-F4F7C27891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7" name="Rectangle 955">
                  <a:extLst>
                    <a:ext uri="{FF2B5EF4-FFF2-40B4-BE49-F238E27FC236}">
                      <a16:creationId xmlns:a16="http://schemas.microsoft.com/office/drawing/2014/main" id="{5F062A6D-743A-264D-ADB0-C83039EDB3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88" name="Group 956">
                  <a:extLst>
                    <a:ext uri="{FF2B5EF4-FFF2-40B4-BE49-F238E27FC236}">
                      <a16:creationId xmlns:a16="http://schemas.microsoft.com/office/drawing/2014/main" id="{01C45509-1B2B-1042-BA84-D6FBBFF916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313" name="AutoShape 957">
                    <a:extLst>
                      <a:ext uri="{FF2B5EF4-FFF2-40B4-BE49-F238E27FC236}">
                        <a16:creationId xmlns:a16="http://schemas.microsoft.com/office/drawing/2014/main" id="{40C9778F-DE66-5643-8444-7EE1E943F1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AutoShape 958">
                    <a:extLst>
                      <a:ext uri="{FF2B5EF4-FFF2-40B4-BE49-F238E27FC236}">
                        <a16:creationId xmlns:a16="http://schemas.microsoft.com/office/drawing/2014/main" id="{DE3E5FFB-586E-B643-94E3-85EB4EF099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89" name="Rectangle 959">
                  <a:extLst>
                    <a:ext uri="{FF2B5EF4-FFF2-40B4-BE49-F238E27FC236}">
                      <a16:creationId xmlns:a16="http://schemas.microsoft.com/office/drawing/2014/main" id="{BB2BBE5E-0794-4041-A8BF-B91E39290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0" name="Group 960">
                  <a:extLst>
                    <a:ext uri="{FF2B5EF4-FFF2-40B4-BE49-F238E27FC236}">
                      <a16:creationId xmlns:a16="http://schemas.microsoft.com/office/drawing/2014/main" id="{B8615C7E-DC00-DB42-BA0E-E1F2758776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311" name="AutoShape 961">
                    <a:extLst>
                      <a:ext uri="{FF2B5EF4-FFF2-40B4-BE49-F238E27FC236}">
                        <a16:creationId xmlns:a16="http://schemas.microsoft.com/office/drawing/2014/main" id="{20E97585-07E0-EC4F-B0F9-D086838F40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AutoShape 962">
                    <a:extLst>
                      <a:ext uri="{FF2B5EF4-FFF2-40B4-BE49-F238E27FC236}">
                        <a16:creationId xmlns:a16="http://schemas.microsoft.com/office/drawing/2014/main" id="{CAF5CAE1-8538-2C48-BED8-4AC05996DC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1" name="Rectangle 963">
                  <a:extLst>
                    <a:ext uri="{FF2B5EF4-FFF2-40B4-BE49-F238E27FC236}">
                      <a16:creationId xmlns:a16="http://schemas.microsoft.com/office/drawing/2014/main" id="{BFEA0CA2-91FF-F147-B072-1BC64CA438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2" name="Rectangle 964">
                  <a:extLst>
                    <a:ext uri="{FF2B5EF4-FFF2-40B4-BE49-F238E27FC236}">
                      <a16:creationId xmlns:a16="http://schemas.microsoft.com/office/drawing/2014/main" id="{B7438767-CF8A-7D4E-88D7-06755770E8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3" name="Group 965">
                  <a:extLst>
                    <a:ext uri="{FF2B5EF4-FFF2-40B4-BE49-F238E27FC236}">
                      <a16:creationId xmlns:a16="http://schemas.microsoft.com/office/drawing/2014/main" id="{BD89BE1D-D5A1-2A4F-9BB3-493820B2D2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309" name="AutoShape 966">
                    <a:extLst>
                      <a:ext uri="{FF2B5EF4-FFF2-40B4-BE49-F238E27FC236}">
                        <a16:creationId xmlns:a16="http://schemas.microsoft.com/office/drawing/2014/main" id="{E07E9E59-7E69-DA4E-9F03-F1D01DBAFC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0" name="AutoShape 967">
                    <a:extLst>
                      <a:ext uri="{FF2B5EF4-FFF2-40B4-BE49-F238E27FC236}">
                        <a16:creationId xmlns:a16="http://schemas.microsoft.com/office/drawing/2014/main" id="{702690BB-83DF-924B-9306-E5AFED91E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4" name="Freeform 968">
                  <a:extLst>
                    <a:ext uri="{FF2B5EF4-FFF2-40B4-BE49-F238E27FC236}">
                      <a16:creationId xmlns:a16="http://schemas.microsoft.com/office/drawing/2014/main" id="{F6B6C90F-430A-CF4B-A1D7-1A585BAB7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95" name="Group 969">
                  <a:extLst>
                    <a:ext uri="{FF2B5EF4-FFF2-40B4-BE49-F238E27FC236}">
                      <a16:creationId xmlns:a16="http://schemas.microsoft.com/office/drawing/2014/main" id="{9E5BB1CA-4B03-2141-B082-B8A4706C69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307" name="AutoShape 970">
                    <a:extLst>
                      <a:ext uri="{FF2B5EF4-FFF2-40B4-BE49-F238E27FC236}">
                        <a16:creationId xmlns:a16="http://schemas.microsoft.com/office/drawing/2014/main" id="{60980303-8EC9-E149-A193-9468A55270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8" name="AutoShape 971">
                    <a:extLst>
                      <a:ext uri="{FF2B5EF4-FFF2-40B4-BE49-F238E27FC236}">
                        <a16:creationId xmlns:a16="http://schemas.microsoft.com/office/drawing/2014/main" id="{4EF45611-F585-3043-B711-6A89BC6FE8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6" name="Rectangle 972">
                  <a:extLst>
                    <a:ext uri="{FF2B5EF4-FFF2-40B4-BE49-F238E27FC236}">
                      <a16:creationId xmlns:a16="http://schemas.microsoft.com/office/drawing/2014/main" id="{811326F7-41C5-AD43-ADD1-11B55C255C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7" name="Freeform 973">
                  <a:extLst>
                    <a:ext uri="{FF2B5EF4-FFF2-40B4-BE49-F238E27FC236}">
                      <a16:creationId xmlns:a16="http://schemas.microsoft.com/office/drawing/2014/main" id="{FDE366E8-CF59-6744-8C4C-B0AFB24AC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8" name="Freeform 974">
                  <a:extLst>
                    <a:ext uri="{FF2B5EF4-FFF2-40B4-BE49-F238E27FC236}">
                      <a16:creationId xmlns:a16="http://schemas.microsoft.com/office/drawing/2014/main" id="{318356AC-8F6D-AE46-AB46-5BA687C30C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9" name="Oval 975">
                  <a:extLst>
                    <a:ext uri="{FF2B5EF4-FFF2-40B4-BE49-F238E27FC236}">
                      <a16:creationId xmlns:a16="http://schemas.microsoft.com/office/drawing/2014/main" id="{0F0566BD-6029-5E4D-9EA5-AC7E56217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0" name="Freeform 976">
                  <a:extLst>
                    <a:ext uri="{FF2B5EF4-FFF2-40B4-BE49-F238E27FC236}">
                      <a16:creationId xmlns:a16="http://schemas.microsoft.com/office/drawing/2014/main" id="{A97DBA45-4DC8-8A4C-9ECC-96AF3FCE85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1" name="AutoShape 977">
                  <a:extLst>
                    <a:ext uri="{FF2B5EF4-FFF2-40B4-BE49-F238E27FC236}">
                      <a16:creationId xmlns:a16="http://schemas.microsoft.com/office/drawing/2014/main" id="{4336E3DA-6FFE-F148-8C56-516CE08065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AutoShape 978">
                  <a:extLst>
                    <a:ext uri="{FF2B5EF4-FFF2-40B4-BE49-F238E27FC236}">
                      <a16:creationId xmlns:a16="http://schemas.microsoft.com/office/drawing/2014/main" id="{183F8629-55AE-0443-BA0A-86080DC2EF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3" name="Oval 979">
                  <a:extLst>
                    <a:ext uri="{FF2B5EF4-FFF2-40B4-BE49-F238E27FC236}">
                      <a16:creationId xmlns:a16="http://schemas.microsoft.com/office/drawing/2014/main" id="{3A012DD8-A7AE-C943-9266-026D3315C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4" name="Oval 980">
                  <a:extLst>
                    <a:ext uri="{FF2B5EF4-FFF2-40B4-BE49-F238E27FC236}">
                      <a16:creationId xmlns:a16="http://schemas.microsoft.com/office/drawing/2014/main" id="{B244DD55-7B74-A349-8352-6789B4DF5D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5" name="Oval 981">
                  <a:extLst>
                    <a:ext uri="{FF2B5EF4-FFF2-40B4-BE49-F238E27FC236}">
                      <a16:creationId xmlns:a16="http://schemas.microsoft.com/office/drawing/2014/main" id="{5B459985-0D9B-A149-AA5D-EFFF804C9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6" name="Rectangle 982">
                  <a:extLst>
                    <a:ext uri="{FF2B5EF4-FFF2-40B4-BE49-F238E27FC236}">
                      <a16:creationId xmlns:a16="http://schemas.microsoft.com/office/drawing/2014/main" id="{6E63AA7A-EC16-C34C-A965-939803E03B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81" name="Picture 4">
                <a:extLst>
                  <a:ext uri="{FF2B5EF4-FFF2-40B4-BE49-F238E27FC236}">
                    <a16:creationId xmlns:a16="http://schemas.microsoft.com/office/drawing/2014/main" id="{62AAA559-6FDE-8C46-AE96-98BB6F5A9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2" name="TextBox 149">
                <a:extLst>
                  <a:ext uri="{FF2B5EF4-FFF2-40B4-BE49-F238E27FC236}">
                    <a16:creationId xmlns:a16="http://schemas.microsoft.com/office/drawing/2014/main" id="{16C0F16C-BEC5-5E41-93D1-E1A0A7E88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8972" y="1947149"/>
                <a:ext cx="928459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controller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9" name="Rectangle 82">
              <a:extLst>
                <a:ext uri="{FF2B5EF4-FFF2-40B4-BE49-F238E27FC236}">
                  <a16:creationId xmlns:a16="http://schemas.microsoft.com/office/drawing/2014/main" id="{CF46B557-5EBD-604D-BCB4-EA70ED1C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667" y="1587500"/>
              <a:ext cx="1270000" cy="1481667"/>
            </a:xfrm>
            <a:prstGeom prst="rect">
              <a:avLst/>
            </a:prstGeom>
            <a:solidFill>
              <a:srgbClr val="FFFFFF">
                <a:alpha val="6588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6EE604CB-0D3E-814A-B971-2B4918559EB2}"/>
              </a:ext>
            </a:extLst>
          </p:cNvPr>
          <p:cNvGrpSpPr/>
          <p:nvPr/>
        </p:nvGrpSpPr>
        <p:grpSpPr>
          <a:xfrm>
            <a:off x="3869633" y="4253948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30015DB5-42CE-3B49-B677-CF914B2962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0F714CDA-7480-CE49-9945-95ABAA2E9D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05112A5B-7C85-7C47-BF58-1F0109C893D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B0580F03-39BF-EE40-ABDC-67419070C5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D0CD04B6-CF21-2848-8636-E0C8F73AE58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C8EBF80C-793A-E445-AB5E-B9C855B18BB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A3FCEE1A-B49A-114B-9106-CCEA7768BDD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942E581-FE04-B94F-B911-CD294FD5BAAC}"/>
              </a:ext>
            </a:extLst>
          </p:cNvPr>
          <p:cNvGrpSpPr/>
          <p:nvPr/>
        </p:nvGrpSpPr>
        <p:grpSpPr>
          <a:xfrm>
            <a:off x="6009859" y="4287078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E316B434-3A3A-794B-A8AC-B213546A080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DBF0F5B5-9197-4C41-96FE-459AF7F44E9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351381FF-0860-E449-A0D9-10CEFAE363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E939FD15-8AAB-2040-B15A-82A5312077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4CEF3864-F6D0-4748-B241-5D20F1F4618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2067769B-1AC4-6144-B2B6-0F5E7F9575E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A069C59A-BBBE-4744-872F-D132ECB519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C1A356A8-2504-814E-A2DE-E564D8802FDE}"/>
              </a:ext>
            </a:extLst>
          </p:cNvPr>
          <p:cNvGrpSpPr/>
          <p:nvPr/>
        </p:nvGrpSpPr>
        <p:grpSpPr>
          <a:xfrm>
            <a:off x="3882885" y="2411896"/>
            <a:ext cx="728870" cy="410817"/>
            <a:chOff x="7493876" y="2774731"/>
            <a:chExt cx="1481958" cy="8946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9C6FB5E6-48B8-8744-98B5-2E6227887CA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3AAAA7B0-2B9F-2043-9D13-B05031238FD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A3B779A6-781E-8643-ADF4-AE8E6B550A4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C44F672B-8C14-F049-AA11-1EDEE67D2DB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A182D874-EC68-5549-AA31-DA7DAE9044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0910EAAF-C06C-F64B-860C-6D1C1680B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7BAE19D5-843D-C349-BC33-83E69DC2B9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9" name="TextBox 211">
            <a:extLst>
              <a:ext uri="{FF2B5EF4-FFF2-40B4-BE49-F238E27FC236}">
                <a16:creationId xmlns:a16="http://schemas.microsoft.com/office/drawing/2014/main" id="{33A0280C-1738-2A44-ADB2-B6134E78A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353" y="1519586"/>
            <a:ext cx="4619940" cy="2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Orchestrated tables can create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network-wide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behavior, e.g.,:</a:t>
            </a:r>
          </a:p>
          <a:p>
            <a:pPr marL="342900" marR="0" lvl="0" indent="-2254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 from hosts h5 and h6 should be sent to h3 or h4, via s1 and from there to s2</a:t>
            </a:r>
          </a:p>
        </p:txBody>
      </p:sp>
      <p:sp>
        <p:nvSpPr>
          <p:cNvPr id="150" name="Slide Number Placeholder 3">
            <a:extLst>
              <a:ext uri="{FF2B5EF4-FFF2-40B4-BE49-F238E27FC236}">
                <a16:creationId xmlns:a16="http://schemas.microsoft.com/office/drawing/2014/main" id="{C6A445C0-333B-3947-A6CF-174AEA49D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0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9543"/>
            <a:ext cx="10847119" cy="894622"/>
          </a:xfrm>
        </p:spPr>
        <p:txBody>
          <a:bodyPr>
            <a:normAutofit/>
          </a:bodyPr>
          <a:lstStyle/>
          <a:p>
            <a:r>
              <a:rPr lang="en-US" altLang="en-US" sz="4800" b="0" dirty="0">
                <a:solidFill>
                  <a:srgbClr val="000099"/>
                </a:solidFill>
                <a:latin typeface="+mn-lt"/>
                <a:cs typeface="Arial" panose="020B0604020202020204" pitchFamily="34" charset="0"/>
              </a:rPr>
              <a:t>Generalized forwarding: summary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16" y="1301513"/>
            <a:ext cx="1125965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8925" marR="0" lvl="0" indent="-2778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“match plus action”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abstraction: match bits in arriving packet header(s) in any layers, take action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matching over many fields (link-, network-, transport-layer)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local actions: drop, forward, modify, or send matched packet to controller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“program” n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etwork-wide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 behaviors</a:t>
            </a:r>
          </a:p>
          <a:p>
            <a:pPr marL="311150" marR="0" lvl="0" indent="-311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simple form of “network programmability”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programmable, per-packet “processing”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historical roots: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active networking</a:t>
            </a:r>
          </a:p>
          <a:p>
            <a:pPr marL="914400" marR="0" lvl="1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today: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more generalized programming: </a:t>
            </a:r>
          </a:p>
          <a:p>
            <a:pPr marL="6223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    P4 (see p4.org).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5AB1965-5065-B84E-8CCA-46E83EFDB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4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755191" y="1922053"/>
            <a:ext cx="6618109" cy="3461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What’s inside a router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</a:t>
            </a:r>
          </a:p>
          <a:p>
            <a:pPr marL="403225" indent="-285750">
              <a:spcBef>
                <a:spcPts val="800"/>
              </a:spcBef>
              <a:buClr>
                <a:srgbClr val="0013A3"/>
              </a:buClr>
            </a:pPr>
            <a:r>
              <a:rPr lang="en-US" sz="3600" dirty="0"/>
              <a:t>Middleboxes</a:t>
            </a:r>
          </a:p>
          <a:p>
            <a:pPr marL="746125" lvl="1" indent="-285750">
              <a:spcBef>
                <a:spcPts val="800"/>
              </a:spcBef>
              <a:buClr>
                <a:srgbClr val="0013A3"/>
              </a:buClr>
            </a:pPr>
            <a:r>
              <a:rPr lang="en-US" sz="2800" dirty="0"/>
              <a:t>middlebox functions</a:t>
            </a:r>
          </a:p>
          <a:p>
            <a:pPr marL="746125" lvl="1" indent="-285750">
              <a:spcBef>
                <a:spcPts val="800"/>
              </a:spcBef>
              <a:buClr>
                <a:srgbClr val="0013A3"/>
              </a:buClr>
            </a:pPr>
            <a:r>
              <a:rPr lang="en-US" sz="2800" dirty="0"/>
              <a:t>evolution, architectural principles of the Internet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endParaRPr lang="en-US" altLang="en-US" sz="3200" dirty="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4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Middleboxes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B46FF-167B-3B48-B828-2F0F97E3A461}"/>
              </a:ext>
            </a:extLst>
          </p:cNvPr>
          <p:cNvSpPr txBox="1"/>
          <p:nvPr/>
        </p:nvSpPr>
        <p:spPr>
          <a:xfrm>
            <a:off x="2023441" y="2348120"/>
            <a:ext cx="856359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“any intermediary box performing functions apart from normal, standard functions of an IP router on the data path between a source host and destination host”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C2BAD-4F93-A747-8003-3DA947BC5F34}"/>
              </a:ext>
            </a:extLst>
          </p:cNvPr>
          <p:cNvSpPr/>
          <p:nvPr/>
        </p:nvSpPr>
        <p:spPr>
          <a:xfrm>
            <a:off x="1756329" y="1865864"/>
            <a:ext cx="9187896" cy="29204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27DD0-812A-F84F-9067-974A55D4AACD}"/>
              </a:ext>
            </a:extLst>
          </p:cNvPr>
          <p:cNvSpPr txBox="1"/>
          <p:nvPr/>
        </p:nvSpPr>
        <p:spPr>
          <a:xfrm>
            <a:off x="2208971" y="1685512"/>
            <a:ext cx="300043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Middlebox (RFC  3234)</a:t>
            </a:r>
          </a:p>
        </p:txBody>
      </p:sp>
    </p:spTree>
    <p:extLst>
      <p:ext uri="{BB962C8B-B14F-4D97-AF65-F5344CB8AC3E}">
        <p14:creationId xmlns:p14="http://schemas.microsoft.com/office/powerpoint/2010/main" val="415840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FE05D2-3A75-914E-80F5-2B07934F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Middleboxes everywhere!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4A8186D-B713-5447-80A3-E75F0E46A44B}"/>
              </a:ext>
            </a:extLst>
          </p:cNvPr>
          <p:cNvSpPr/>
          <p:nvPr/>
        </p:nvSpPr>
        <p:spPr>
          <a:xfrm>
            <a:off x="5738405" y="3238056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 417">
            <a:extLst>
              <a:ext uri="{FF2B5EF4-FFF2-40B4-BE49-F238E27FC236}">
                <a16:creationId xmlns:a16="http://schemas.microsoft.com/office/drawing/2014/main" id="{147ED4EB-DB61-A54E-BB84-8765DDC98149}"/>
              </a:ext>
            </a:extLst>
          </p:cNvPr>
          <p:cNvSpPr>
            <a:spLocks/>
          </p:cNvSpPr>
          <p:nvPr/>
        </p:nvSpPr>
        <p:spPr bwMode="auto">
          <a:xfrm>
            <a:off x="4037567" y="2012012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418">
            <a:extLst>
              <a:ext uri="{FF2B5EF4-FFF2-40B4-BE49-F238E27FC236}">
                <a16:creationId xmlns:a16="http://schemas.microsoft.com/office/drawing/2014/main" id="{ECCF6062-76F6-984B-B17A-C53F622A9450}"/>
              </a:ext>
            </a:extLst>
          </p:cNvPr>
          <p:cNvGrpSpPr>
            <a:grpSpLocks/>
          </p:cNvGrpSpPr>
          <p:nvPr/>
        </p:nvGrpSpPr>
        <p:grpSpPr bwMode="auto">
          <a:xfrm>
            <a:off x="3958567" y="3461529"/>
            <a:ext cx="1458912" cy="933450"/>
            <a:chOff x="2889" y="1631"/>
            <a:chExt cx="980" cy="743"/>
          </a:xfrm>
        </p:grpSpPr>
        <p:sp>
          <p:nvSpPr>
            <p:cNvPr id="9" name="Rectangle 419">
              <a:extLst>
                <a:ext uri="{FF2B5EF4-FFF2-40B4-BE49-F238E27FC236}">
                  <a16:creationId xmlns:a16="http://schemas.microsoft.com/office/drawing/2014/main" id="{1B5E0933-98B0-7B49-98CC-3BB915370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" name="AutoShape 420">
              <a:extLst>
                <a:ext uri="{FF2B5EF4-FFF2-40B4-BE49-F238E27FC236}">
                  <a16:creationId xmlns:a16="http://schemas.microsoft.com/office/drawing/2014/main" id="{724A7813-3F43-2249-802C-29D90622F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1" name="Freeform 427">
            <a:extLst>
              <a:ext uri="{FF2B5EF4-FFF2-40B4-BE49-F238E27FC236}">
                <a16:creationId xmlns:a16="http://schemas.microsoft.com/office/drawing/2014/main" id="{B956EC23-0A0E-F140-90A0-FAD244907117}"/>
              </a:ext>
            </a:extLst>
          </p:cNvPr>
          <p:cNvSpPr>
            <a:spLocks/>
          </p:cNvSpPr>
          <p:nvPr/>
        </p:nvSpPr>
        <p:spPr bwMode="auto">
          <a:xfrm>
            <a:off x="4465618" y="4855412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B7AA8CF3-CF38-8143-8D7D-88E1A4794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125" y="5952053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22D4284-7756-9A44-AD26-1188BD182F53}"/>
              </a:ext>
            </a:extLst>
          </p:cNvPr>
          <p:cNvSpPr/>
          <p:nvPr/>
        </p:nvSpPr>
        <p:spPr>
          <a:xfrm>
            <a:off x="6975363" y="3351818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B69CB6-1622-2E4E-84FD-41DBE4F4B0DE}"/>
              </a:ext>
            </a:extLst>
          </p:cNvPr>
          <p:cNvGrpSpPr/>
          <p:nvPr/>
        </p:nvGrpSpPr>
        <p:grpSpPr>
          <a:xfrm>
            <a:off x="7590917" y="4100328"/>
            <a:ext cx="687393" cy="721548"/>
            <a:chOff x="5203089" y="1751190"/>
            <a:chExt cx="858331" cy="662414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56FF28-8B17-8543-ABC2-13261C73A0E7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21934EF-382C-FD4C-BA79-945F476CE4ED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C610686-A987-754C-9DD7-E7A9BE88B60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FDC578F-F438-5347-B013-25F6CFCF0038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FF2BCD-EF51-D748-8200-5853DAFCB1B1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3D66A49-51F7-F842-8083-C0EFE1641B04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6333AA-FB2E-CF4D-AB35-E81F6A33781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06E6B0-F1EC-EF4E-BC25-BAED005AEE4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E55764-A695-E840-9A9D-2E7E3B790E8F}"/>
              </a:ext>
            </a:extLst>
          </p:cNvPr>
          <p:cNvGrpSpPr/>
          <p:nvPr/>
        </p:nvGrpSpPr>
        <p:grpSpPr>
          <a:xfrm>
            <a:off x="7524388" y="3366449"/>
            <a:ext cx="594613" cy="648336"/>
            <a:chOff x="5203089" y="1751190"/>
            <a:chExt cx="858331" cy="662414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5660C1D-4FFF-944C-A859-E1D371069F14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F1F730D-F592-A740-9C76-636E17A072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E5344B-ED01-D048-8A77-5E9C23FD5812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8B95B6E-302A-B646-9C80-D26D03E37EE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6E0392-480E-4F48-BB7B-6C597DFC57A1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245C8C0-28B3-2442-812E-B61BD7618B7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4470BC-CF59-1F49-9BA1-71D7FC12FEDB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421426E-4CE4-1246-9550-F37B29C8DD58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881DD80E-DA8B-824C-8F18-68E85CBD8CF0}"/>
              </a:ext>
            </a:extLst>
          </p:cNvPr>
          <p:cNvSpPr/>
          <p:nvPr/>
        </p:nvSpPr>
        <p:spPr>
          <a:xfrm>
            <a:off x="6294030" y="1954320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D831F3-FDB4-EE4A-992E-6F058818F90E}"/>
              </a:ext>
            </a:extLst>
          </p:cNvPr>
          <p:cNvSpPr txBox="1"/>
          <p:nvPr/>
        </p:nvSpPr>
        <p:spPr>
          <a:xfrm>
            <a:off x="6180418" y="2023473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6A9F6F-404D-A344-A485-BCFDDF6F8BE2}"/>
              </a:ext>
            </a:extLst>
          </p:cNvPr>
          <p:cNvSpPr/>
          <p:nvPr/>
        </p:nvSpPr>
        <p:spPr>
          <a:xfrm>
            <a:off x="6032285" y="3850186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42F50C-3FBA-854F-806E-C1BCD4106A74}"/>
              </a:ext>
            </a:extLst>
          </p:cNvPr>
          <p:cNvSpPr txBox="1"/>
          <p:nvPr/>
        </p:nvSpPr>
        <p:spPr>
          <a:xfrm>
            <a:off x="7670984" y="4850215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40FF28-022C-5E42-BF42-DCA3491BD225}"/>
              </a:ext>
            </a:extLst>
          </p:cNvPr>
          <p:cNvCxnSpPr>
            <a:cxnSpLocks/>
          </p:cNvCxnSpPr>
          <p:nvPr/>
        </p:nvCxnSpPr>
        <p:spPr>
          <a:xfrm flipH="1" flipV="1">
            <a:off x="7313137" y="3752403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727BC5-48CB-8046-9C36-EA648BEE514D}"/>
              </a:ext>
            </a:extLst>
          </p:cNvPr>
          <p:cNvCxnSpPr>
            <a:cxnSpLocks/>
          </p:cNvCxnSpPr>
          <p:nvPr/>
        </p:nvCxnSpPr>
        <p:spPr>
          <a:xfrm flipH="1" flipV="1">
            <a:off x="7414052" y="3812962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3CE2BF-5580-A24F-9F66-4D913CC21C8F}"/>
              </a:ext>
            </a:extLst>
          </p:cNvPr>
          <p:cNvCxnSpPr>
            <a:cxnSpLocks/>
          </p:cNvCxnSpPr>
          <p:nvPr/>
        </p:nvCxnSpPr>
        <p:spPr>
          <a:xfrm flipV="1">
            <a:off x="7390114" y="3805699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154D6B7-4A6E-224D-AD42-14476DC71E2B}"/>
              </a:ext>
            </a:extLst>
          </p:cNvPr>
          <p:cNvCxnSpPr>
            <a:cxnSpLocks/>
          </p:cNvCxnSpPr>
          <p:nvPr/>
        </p:nvCxnSpPr>
        <p:spPr>
          <a:xfrm flipH="1" flipV="1">
            <a:off x="7323991" y="3767174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8CEFCC-9A9B-0147-B2E0-9696A0E2B392}"/>
              </a:ext>
            </a:extLst>
          </p:cNvPr>
          <p:cNvCxnSpPr>
            <a:cxnSpLocks/>
          </p:cNvCxnSpPr>
          <p:nvPr/>
        </p:nvCxnSpPr>
        <p:spPr>
          <a:xfrm flipH="1" flipV="1">
            <a:off x="7303837" y="4243920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5CBC5B6-5DC7-B247-B3BA-6AC54F1B81D6}"/>
              </a:ext>
            </a:extLst>
          </p:cNvPr>
          <p:cNvCxnSpPr>
            <a:cxnSpLocks/>
          </p:cNvCxnSpPr>
          <p:nvPr/>
        </p:nvCxnSpPr>
        <p:spPr>
          <a:xfrm flipH="1">
            <a:off x="6648412" y="4260020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98A55E1-AC57-BF45-9FDE-B902DC395A8E}"/>
              </a:ext>
            </a:extLst>
          </p:cNvPr>
          <p:cNvCxnSpPr>
            <a:cxnSpLocks/>
          </p:cNvCxnSpPr>
          <p:nvPr/>
        </p:nvCxnSpPr>
        <p:spPr>
          <a:xfrm flipH="1">
            <a:off x="5972833" y="4260020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FF11D70-8B60-2148-A973-EFA0E5CD645A}"/>
              </a:ext>
            </a:extLst>
          </p:cNvPr>
          <p:cNvCxnSpPr>
            <a:cxnSpLocks/>
          </p:cNvCxnSpPr>
          <p:nvPr/>
        </p:nvCxnSpPr>
        <p:spPr>
          <a:xfrm flipH="1">
            <a:off x="6030085" y="3679950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FF4C031-934F-B243-8623-E715966B0F31}"/>
              </a:ext>
            </a:extLst>
          </p:cNvPr>
          <p:cNvCxnSpPr>
            <a:cxnSpLocks/>
          </p:cNvCxnSpPr>
          <p:nvPr/>
        </p:nvCxnSpPr>
        <p:spPr>
          <a:xfrm>
            <a:off x="6486286" y="3679950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638693-68CC-E246-9809-1B60EF7CAD0A}"/>
              </a:ext>
            </a:extLst>
          </p:cNvPr>
          <p:cNvCxnSpPr/>
          <p:nvPr/>
        </p:nvCxnSpPr>
        <p:spPr>
          <a:xfrm>
            <a:off x="6890885" y="2926970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B24CA9-6E09-2A42-B13C-976C87A31FF2}"/>
              </a:ext>
            </a:extLst>
          </p:cNvPr>
          <p:cNvCxnSpPr>
            <a:cxnSpLocks/>
          </p:cNvCxnSpPr>
          <p:nvPr/>
        </p:nvCxnSpPr>
        <p:spPr>
          <a:xfrm flipH="1">
            <a:off x="6551936" y="2867291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61AC6DF-C2BE-6649-B87B-652E78981FB6}"/>
              </a:ext>
            </a:extLst>
          </p:cNvPr>
          <p:cNvGrpSpPr/>
          <p:nvPr/>
        </p:nvGrpSpPr>
        <p:grpSpPr>
          <a:xfrm>
            <a:off x="4610470" y="2299603"/>
            <a:ext cx="3283852" cy="3640283"/>
            <a:chOff x="7881336" y="2104198"/>
            <a:chExt cx="3283852" cy="3640283"/>
          </a:xfrm>
        </p:grpSpPr>
        <p:sp>
          <p:nvSpPr>
            <p:cNvPr id="54" name="Line 428">
              <a:extLst>
                <a:ext uri="{FF2B5EF4-FFF2-40B4-BE49-F238E27FC236}">
                  <a16:creationId xmlns:a16="http://schemas.microsoft.com/office/drawing/2014/main" id="{AABFE185-98DA-E74C-879F-265E590CC7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813692" y="5228612"/>
              <a:ext cx="388062" cy="7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Line 430">
              <a:extLst>
                <a:ext uri="{FF2B5EF4-FFF2-40B4-BE49-F238E27FC236}">
                  <a16:creationId xmlns:a16="http://schemas.microsoft.com/office/drawing/2014/main" id="{CDE272BA-6529-ED41-A4A9-ECBE21E686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234009" y="5382159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Line 431">
              <a:extLst>
                <a:ext uri="{FF2B5EF4-FFF2-40B4-BE49-F238E27FC236}">
                  <a16:creationId xmlns:a16="http://schemas.microsoft.com/office/drawing/2014/main" id="{8153204E-ADB9-7B4C-A98D-C5103D618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7042" y="4815390"/>
              <a:ext cx="524483" cy="261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Line 432">
              <a:extLst>
                <a:ext uri="{FF2B5EF4-FFF2-40B4-BE49-F238E27FC236}">
                  <a16:creationId xmlns:a16="http://schemas.microsoft.com/office/drawing/2014/main" id="{3D0D64C8-1CDD-DE48-B1C9-000CB6E42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74149" y="4815390"/>
              <a:ext cx="569255" cy="246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Line 433">
              <a:extLst>
                <a:ext uri="{FF2B5EF4-FFF2-40B4-BE49-F238E27FC236}">
                  <a16:creationId xmlns:a16="http://schemas.microsoft.com/office/drawing/2014/main" id="{81E6AD0D-D814-764B-A9D1-F7E5450FD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45827" y="5085749"/>
              <a:ext cx="10305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Line 435">
              <a:extLst>
                <a:ext uri="{FF2B5EF4-FFF2-40B4-BE49-F238E27FC236}">
                  <a16:creationId xmlns:a16="http://schemas.microsoft.com/office/drawing/2014/main" id="{9FEE4B78-3B13-ED4F-8B1E-1DEB9F049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290" y="5094207"/>
              <a:ext cx="22680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436">
              <a:extLst>
                <a:ext uri="{FF2B5EF4-FFF2-40B4-BE49-F238E27FC236}">
                  <a16:creationId xmlns:a16="http://schemas.microsoft.com/office/drawing/2014/main" id="{421FC0BC-2DBA-8B44-A3F8-C4C2BF420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72450" y="526734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439">
              <a:extLst>
                <a:ext uri="{FF2B5EF4-FFF2-40B4-BE49-F238E27FC236}">
                  <a16:creationId xmlns:a16="http://schemas.microsoft.com/office/drawing/2014/main" id="{35BF8A6D-6BEC-BC4D-B2E1-A5820D6500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7900" y="5259125"/>
              <a:ext cx="68080" cy="293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440">
              <a:extLst>
                <a:ext uri="{FF2B5EF4-FFF2-40B4-BE49-F238E27FC236}">
                  <a16:creationId xmlns:a16="http://schemas.microsoft.com/office/drawing/2014/main" id="{1A411CB9-1C6A-A94E-8C4E-A1F1C7CE4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12814" y="5284804"/>
              <a:ext cx="280374" cy="269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441">
              <a:extLst>
                <a:ext uri="{FF2B5EF4-FFF2-40B4-BE49-F238E27FC236}">
                  <a16:creationId xmlns:a16="http://schemas.microsoft.com/office/drawing/2014/main" id="{0BF7E746-EEF3-2746-8CDE-0C6E9DAD5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2814" y="5234921"/>
              <a:ext cx="914184" cy="468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443">
              <a:extLst>
                <a:ext uri="{FF2B5EF4-FFF2-40B4-BE49-F238E27FC236}">
                  <a16:creationId xmlns:a16="http://schemas.microsoft.com/office/drawing/2014/main" id="{23F47921-419F-BE45-9C5A-C9479DD12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1861" y="380684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449">
              <a:extLst>
                <a:ext uri="{FF2B5EF4-FFF2-40B4-BE49-F238E27FC236}">
                  <a16:creationId xmlns:a16="http://schemas.microsoft.com/office/drawing/2014/main" id="{63F1254B-37B9-E644-94C6-AAEDCAE20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81336" y="401798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Line 428">
              <a:extLst>
                <a:ext uri="{FF2B5EF4-FFF2-40B4-BE49-F238E27FC236}">
                  <a16:creationId xmlns:a16="http://schemas.microsoft.com/office/drawing/2014/main" id="{C5484219-1D1E-D54E-9B65-22340ABE16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909628" y="5560344"/>
              <a:ext cx="366793" cy="1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Line 440">
              <a:extLst>
                <a:ext uri="{FF2B5EF4-FFF2-40B4-BE49-F238E27FC236}">
                  <a16:creationId xmlns:a16="http://schemas.microsoft.com/office/drawing/2014/main" id="{658A50B4-F2BB-8348-82C5-432C68A6A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3508" y="5013435"/>
              <a:ext cx="404236" cy="207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A0C4348-601F-EC4E-AD06-6FC74F86BFE5}"/>
                </a:ext>
              </a:extLst>
            </p:cNvPr>
            <p:cNvCxnSpPr/>
            <p:nvPr/>
          </p:nvCxnSpPr>
          <p:spPr>
            <a:xfrm flipH="1">
              <a:off x="10124718" y="2146305"/>
              <a:ext cx="761467" cy="57735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DDE1C15-F6C1-7D4C-A6FC-DC73CE8109E2}"/>
                </a:ext>
              </a:extLst>
            </p:cNvPr>
            <p:cNvCxnSpPr/>
            <p:nvPr/>
          </p:nvCxnSpPr>
          <p:spPr>
            <a:xfrm flipH="1">
              <a:off x="10124718" y="2245186"/>
              <a:ext cx="3970" cy="518461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53A67F5-5626-654D-AD76-00F040BA6E90}"/>
                </a:ext>
              </a:extLst>
            </p:cNvPr>
            <p:cNvCxnSpPr/>
            <p:nvPr/>
          </p:nvCxnSpPr>
          <p:spPr>
            <a:xfrm flipH="1">
              <a:off x="10696218" y="2177379"/>
              <a:ext cx="149360" cy="518461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3CA25A4-A1C6-F847-8E52-9A6642E1B570}"/>
                </a:ext>
              </a:extLst>
            </p:cNvPr>
            <p:cNvCxnSpPr/>
            <p:nvPr/>
          </p:nvCxnSpPr>
          <p:spPr>
            <a:xfrm flipH="1">
              <a:off x="10166249" y="2695840"/>
              <a:ext cx="574283" cy="2782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56B01A0-0DC1-2341-A38F-1D6C290A9FDF}"/>
                </a:ext>
              </a:extLst>
            </p:cNvPr>
            <p:cNvCxnSpPr/>
            <p:nvPr/>
          </p:nvCxnSpPr>
          <p:spPr>
            <a:xfrm flipH="1">
              <a:off x="10093625" y="2146305"/>
              <a:ext cx="788589" cy="98881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786487D-59E9-814F-84A1-974368AB3001}"/>
                </a:ext>
              </a:extLst>
            </p:cNvPr>
            <p:cNvCxnSpPr/>
            <p:nvPr/>
          </p:nvCxnSpPr>
          <p:spPr>
            <a:xfrm flipH="1">
              <a:off x="10886186" y="2104198"/>
              <a:ext cx="279002" cy="421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58A21C5-5F65-5144-8A49-D8E1A5DFD2F6}"/>
                </a:ext>
              </a:extLst>
            </p:cNvPr>
            <p:cNvCxnSpPr/>
            <p:nvPr/>
          </p:nvCxnSpPr>
          <p:spPr>
            <a:xfrm flipH="1" flipV="1">
              <a:off x="10706077" y="2695840"/>
              <a:ext cx="353541" cy="67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3988D01-7880-F045-899F-18F4B2FCF6B1}"/>
                </a:ext>
              </a:extLst>
            </p:cNvPr>
            <p:cNvCxnSpPr/>
            <p:nvPr/>
          </p:nvCxnSpPr>
          <p:spPr>
            <a:xfrm flipH="1">
              <a:off x="8793306" y="2245186"/>
              <a:ext cx="1300319" cy="60662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Line 541">
              <a:extLst>
                <a:ext uri="{FF2B5EF4-FFF2-40B4-BE49-F238E27FC236}">
                  <a16:creationId xmlns:a16="http://schemas.microsoft.com/office/drawing/2014/main" id="{B1D670B4-3BB3-BC49-AC12-CE9840F29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02788" y="4090252"/>
              <a:ext cx="429324" cy="7056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Line 424">
              <a:extLst>
                <a:ext uri="{FF2B5EF4-FFF2-40B4-BE49-F238E27FC236}">
                  <a16:creationId xmlns:a16="http://schemas.microsoft.com/office/drawing/2014/main" id="{8966FFEA-47E0-A242-A16D-794FE6FCF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68637" y="4024329"/>
              <a:ext cx="969051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0" name="Picture 778" descr="antenna_radiation_stylized">
            <a:extLst>
              <a:ext uri="{FF2B5EF4-FFF2-40B4-BE49-F238E27FC236}">
                <a16:creationId xmlns:a16="http://schemas.microsoft.com/office/drawing/2014/main" id="{A3767384-9622-5B46-9C96-E10055F8A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55" y="3986208"/>
            <a:ext cx="506412" cy="10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781" descr="antenna_radiation_stylized">
            <a:extLst>
              <a:ext uri="{FF2B5EF4-FFF2-40B4-BE49-F238E27FC236}">
                <a16:creationId xmlns:a16="http://schemas.microsoft.com/office/drawing/2014/main" id="{4BFBBEC9-2C13-0E49-AA55-611753E89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290" y="5653216"/>
            <a:ext cx="452014" cy="9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Line 426">
            <a:extLst>
              <a:ext uri="{FF2B5EF4-FFF2-40B4-BE49-F238E27FC236}">
                <a16:creationId xmlns:a16="http://schemas.microsoft.com/office/drawing/2014/main" id="{4D17A6A1-952A-4F49-9B36-A5764C4AE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9681" y="2907587"/>
            <a:ext cx="151280" cy="811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" name="Picture 777" descr="access_point_stylized_small">
            <a:extLst>
              <a:ext uri="{FF2B5EF4-FFF2-40B4-BE49-F238E27FC236}">
                <a16:creationId xmlns:a16="http://schemas.microsoft.com/office/drawing/2014/main" id="{3D8179FD-EA2E-2445-80CE-6700DBF93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099" y="4034177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780" descr="access_point_stylized_small">
            <a:extLst>
              <a:ext uri="{FF2B5EF4-FFF2-40B4-BE49-F238E27FC236}">
                <a16:creationId xmlns:a16="http://schemas.microsoft.com/office/drawing/2014/main" id="{20E9E240-3D25-0046-A594-5B39C39AA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827" y="5696510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DDBE73D1-CBB5-674C-A333-27C1CD968AB3}"/>
              </a:ext>
            </a:extLst>
          </p:cNvPr>
          <p:cNvGrpSpPr/>
          <p:nvPr/>
        </p:nvGrpSpPr>
        <p:grpSpPr>
          <a:xfrm>
            <a:off x="6602582" y="5511315"/>
            <a:ext cx="309740" cy="190838"/>
            <a:chOff x="3668110" y="2448910"/>
            <a:chExt cx="3794234" cy="216513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6DC4CCC-C7B8-254E-B17A-1C8C5F4D0E3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4A598161-A7AE-C445-A346-6AABC14017A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DC50612-BBCC-454E-BAFB-51284CCF061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3D08F4C3-8247-F84C-9934-2FDA20AD86C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5234BBCA-2ADE-354B-B191-2060F729929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CB0BC67-BB6D-C248-8F4C-FA30B1A4EE8B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9AD0E63E-B57C-F549-9F4E-E0F15BDD81B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F80A1A2-F03B-4746-98D1-44CCD754C808}"/>
              </a:ext>
            </a:extLst>
          </p:cNvPr>
          <p:cNvGrpSpPr/>
          <p:nvPr/>
        </p:nvGrpSpPr>
        <p:grpSpPr>
          <a:xfrm>
            <a:off x="5429836" y="5139698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FC82982-1FC7-E149-A09B-941AC8314FB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EE75107-A15E-6F40-876E-57DC9ED3ED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F05DDFD-D4B5-9E43-BA72-7C0706B483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A5E05FA8-8E20-1740-ADED-C7A48E8E95B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0194A8E3-679B-EA40-88F9-C4B4AD6F862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CB0CE855-5341-6D48-99BB-821AFD3FC8D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031B227-A296-504C-B8AE-435729A1D92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D2907A7-E486-AD49-BDF8-5F4C28DDC396}"/>
              </a:ext>
            </a:extLst>
          </p:cNvPr>
          <p:cNvGrpSpPr/>
          <p:nvPr/>
        </p:nvGrpSpPr>
        <p:grpSpPr>
          <a:xfrm>
            <a:off x="5064737" y="5366711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4117B27-E7BF-5D42-9C95-5BD18CAD9EA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93B5057-ADBB-3B44-A7F1-356D0578EF07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ABBA988-D425-1E4D-8818-F6AB7FBC235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E702CA4D-0087-4840-A73E-291EC8B278E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41EF5965-FEAF-0C49-8B5B-B1231243413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EB181093-BF04-8249-BCEB-A0F2200C170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2E6BD2D6-AA6B-1C4C-876E-C3C4A45BC5C1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AFECC5A-B76F-C348-B370-C66C60844C2D}"/>
              </a:ext>
            </a:extLst>
          </p:cNvPr>
          <p:cNvGrpSpPr/>
          <p:nvPr/>
        </p:nvGrpSpPr>
        <p:grpSpPr>
          <a:xfrm>
            <a:off x="5189619" y="2977737"/>
            <a:ext cx="353678" cy="168275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536CDDB-A22F-F74C-B3F8-F91E6E19B68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09B5B7F-E228-B643-9C20-E94FB08C574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AC343C5-1970-7A4F-864B-D89EB8CC62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C34BBF44-7222-FE4B-A0A8-FC19E2AAB56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998726EC-F305-204A-8C4C-7E5DDEA8DEA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AC356ADC-37F6-D943-B45A-111470591B0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0A989339-2EE3-4D49-B889-F5A8BFCDD54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457C60-FA88-5943-B415-D7B229C8E8E0}"/>
              </a:ext>
            </a:extLst>
          </p:cNvPr>
          <p:cNvGrpSpPr/>
          <p:nvPr/>
        </p:nvGrpSpPr>
        <p:grpSpPr>
          <a:xfrm>
            <a:off x="7637302" y="3773643"/>
            <a:ext cx="170989" cy="97052"/>
            <a:chOff x="7493876" y="2774731"/>
            <a:chExt cx="1481958" cy="894622"/>
          </a:xfrm>
        </p:grpSpPr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591DBE89-7BE9-024B-9B08-670AB3A34D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895DFA9F-0585-614A-8A20-205A37ABF97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D0EEB3E-9453-1B4B-BE5A-42A8C8B8F6D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6DC9FB8D-682F-3146-9777-C1922D0AAD0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EB745E7-A708-7647-89E7-6ADE83655D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BD2934CD-37D5-1A4B-ACD2-27C67D9FDBD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0F588778-B748-CD4B-AC6B-67952187E6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E020208-47BB-D544-B872-608AD3A804CC}"/>
              </a:ext>
            </a:extLst>
          </p:cNvPr>
          <p:cNvGrpSpPr/>
          <p:nvPr/>
        </p:nvGrpSpPr>
        <p:grpSpPr>
          <a:xfrm>
            <a:off x="7163826" y="3668416"/>
            <a:ext cx="353678" cy="198344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D415ED65-BB44-0042-872C-0FE14C6814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16B9769-E513-594A-8079-1C2D71754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2A9DD2C-146A-F840-B41C-8C9D49B6621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61BBF31E-F07A-1B41-864B-60D6072C36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1E72C676-4956-7545-9668-A198E57B041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AAFB8EF3-50EF-7547-9707-656CEA199F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EE592E86-A7A2-1340-9BB6-0514F84077F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7C7775C-A2B0-9B45-9ECC-C6A637A1263F}"/>
              </a:ext>
            </a:extLst>
          </p:cNvPr>
          <p:cNvGrpSpPr/>
          <p:nvPr/>
        </p:nvGrpSpPr>
        <p:grpSpPr>
          <a:xfrm>
            <a:off x="6701941" y="2374570"/>
            <a:ext cx="353678" cy="198344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008EFD27-81A1-F640-9391-0AD3C39DDD9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359F6A-82D4-A647-9FA9-301FCFF533B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87F874E-5E88-2F45-A176-4275C5B86F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D375510-6D09-0D42-A234-AF58465195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13612D1D-2CB1-6340-999B-858BEB55FC9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D7A76F69-A2D2-5C45-B6E4-650A545805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46B2307B-3AB8-4A49-A9CB-C7AA7D3E15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80C56F7-6064-DC43-89CE-099FEE2E4EA1}"/>
              </a:ext>
            </a:extLst>
          </p:cNvPr>
          <p:cNvGrpSpPr/>
          <p:nvPr/>
        </p:nvGrpSpPr>
        <p:grpSpPr>
          <a:xfrm>
            <a:off x="7280431" y="2785645"/>
            <a:ext cx="353678" cy="198344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E99A6086-F21C-454A-88BB-0CDA41300EA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568496F-9273-7D46-885D-14DB1055623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80EF7ABE-5403-3F49-ACB7-93C3DDFAB94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695FBEC6-D66D-B144-94A5-93D7DC0DC35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C767DDF-1029-954F-A929-072E6B780EF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D2FD19D-C7C9-DE47-88AD-087E20E8ED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27A0065F-7A70-284D-AAA0-8AC60079ECA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1DD841D-BD1A-5641-8382-62BF117E97F4}"/>
              </a:ext>
            </a:extLst>
          </p:cNvPr>
          <p:cNvGrpSpPr/>
          <p:nvPr/>
        </p:nvGrpSpPr>
        <p:grpSpPr>
          <a:xfrm>
            <a:off x="7397042" y="2280241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968FB653-AD58-394A-B69A-31BA9852555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DB3447B6-A6EB-D24A-B96A-2DD1587636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26A12CB-46C0-2E4C-BD73-19C2876C3DE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B77B432D-7641-D540-A19C-15DCB278BCA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D0B35820-CE6B-6240-9E75-C227D06E76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90C8269A-1161-2E4C-A50A-0431590995A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E798F45C-ED31-AB48-8404-C4AD780C71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286D13E-1F1B-D24E-98A1-5B25CB67CE60}"/>
              </a:ext>
            </a:extLst>
          </p:cNvPr>
          <p:cNvGrpSpPr/>
          <p:nvPr/>
        </p:nvGrpSpPr>
        <p:grpSpPr>
          <a:xfrm>
            <a:off x="6733343" y="2833843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6EA94988-CC89-3642-A88D-6B459D6F8BC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A814D6F1-04C2-1B4D-BC48-F5D64BFAD7F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E8D99D35-1055-C746-A34F-65F922F1747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20475BE0-775B-ED48-8B9C-337924DEA5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37A6F49D-CFDA-3247-8203-78C4A36E9B9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20797F7F-7714-9D4D-9312-1235620E67C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C0A274B4-6FE8-AB48-84CB-724778C05E3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34CA8E2-CA47-3342-89C3-3B10D0B4BE7B}"/>
              </a:ext>
            </a:extLst>
          </p:cNvPr>
          <p:cNvGrpSpPr/>
          <p:nvPr/>
        </p:nvGrpSpPr>
        <p:grpSpPr>
          <a:xfrm>
            <a:off x="6250355" y="3566310"/>
            <a:ext cx="367224" cy="24030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88E368EA-8580-3049-88F2-2BFFEBA52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CECD1735-BC7F-4B4E-A156-C6237EB21EB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BFFDA69F-52E5-704E-816A-7D283F46D62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5DF768A8-0989-8D43-9005-A3525A8FAE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8379FEEB-3CD5-0E45-813F-30F4E374B4D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9D336B54-C010-2842-B3B2-A7896CBA45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9FEF9841-0617-B143-8CDB-7C763CD143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8E04DDD9-D15C-B342-9331-71FCA9CC9A21}"/>
              </a:ext>
            </a:extLst>
          </p:cNvPr>
          <p:cNvGrpSpPr/>
          <p:nvPr/>
        </p:nvGrpSpPr>
        <p:grpSpPr>
          <a:xfrm>
            <a:off x="7128476" y="416460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9CDA6893-911D-C047-91B4-85C5DEB4A1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DC2350C-98DB-984A-9664-41C9A28FF0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1651D0AD-B967-8A43-9356-76CC0038EA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E9DC72D0-39BD-D540-8565-EB08F00726F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738ABBCB-62DC-0C4E-A6F6-F4C73B296D6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7CA91F59-475D-3049-8E41-FB80438B2FF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ECD0867-45D3-1848-9A29-2D6D97DCB5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68B99D8-7FAA-DB48-B100-6ABCC18F88DA}"/>
              </a:ext>
            </a:extLst>
          </p:cNvPr>
          <p:cNvGrpSpPr/>
          <p:nvPr/>
        </p:nvGrpSpPr>
        <p:grpSpPr>
          <a:xfrm>
            <a:off x="7679199" y="4541403"/>
            <a:ext cx="228295" cy="120400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5AE55CE8-1A18-0546-8F95-19EB00C51B4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397A6EEC-7F7B-B44D-B159-E6529E96DA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229D8220-1A87-F446-B97A-75E762AD48B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01199B66-E17B-D040-8270-AD6CAECF1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EF08140F-CE6F-2A44-91C7-25472FA7CA9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8F2984-FEFB-3A4B-90CB-9D788B96596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65FB8895-68EA-724B-98F2-A3AF0A66D99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9715D41-04EC-3F44-9C57-5ECB88DD7625}"/>
              </a:ext>
            </a:extLst>
          </p:cNvPr>
          <p:cNvGrpSpPr/>
          <p:nvPr/>
        </p:nvGrpSpPr>
        <p:grpSpPr>
          <a:xfrm>
            <a:off x="4452729" y="2531165"/>
            <a:ext cx="363739" cy="305055"/>
            <a:chOff x="7432700" y="2327293"/>
            <a:chExt cx="534987" cy="407988"/>
          </a:xfrm>
        </p:grpSpPr>
        <p:pic>
          <p:nvPicPr>
            <p:cNvPr id="202" name="Picture 1017" descr="antenna_stylized">
              <a:extLst>
                <a:ext uri="{FF2B5EF4-FFF2-40B4-BE49-F238E27FC236}">
                  <a16:creationId xmlns:a16="http://schemas.microsoft.com/office/drawing/2014/main" id="{011A3A36-F323-9149-A225-B6479F7E0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1018" descr="laptop_keyboard">
              <a:extLst>
                <a:ext uri="{FF2B5EF4-FFF2-40B4-BE49-F238E27FC236}">
                  <a16:creationId xmlns:a16="http://schemas.microsoft.com/office/drawing/2014/main" id="{67AF5373-64A6-ED4C-9A20-8BA713D91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Freeform 1019">
              <a:extLst>
                <a:ext uri="{FF2B5EF4-FFF2-40B4-BE49-F238E27FC236}">
                  <a16:creationId xmlns:a16="http://schemas.microsoft.com/office/drawing/2014/main" id="{77B7C5CC-3126-CC4E-BEA2-6BC77404D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" name="Picture 1020" descr="screen">
              <a:extLst>
                <a:ext uri="{FF2B5EF4-FFF2-40B4-BE49-F238E27FC236}">
                  <a16:creationId xmlns:a16="http://schemas.microsoft.com/office/drawing/2014/main" id="{F1597118-CDB4-9245-B064-46E81907E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21">
              <a:extLst>
                <a:ext uri="{FF2B5EF4-FFF2-40B4-BE49-F238E27FC236}">
                  <a16:creationId xmlns:a16="http://schemas.microsoft.com/office/drawing/2014/main" id="{7C810ED4-4DEB-3040-9BF6-CA361BC1C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Freeform 1022">
              <a:extLst>
                <a:ext uri="{FF2B5EF4-FFF2-40B4-BE49-F238E27FC236}">
                  <a16:creationId xmlns:a16="http://schemas.microsoft.com/office/drawing/2014/main" id="{E4213180-3C66-8D4A-A0C7-B0B5FF225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Freeform 1023">
              <a:extLst>
                <a:ext uri="{FF2B5EF4-FFF2-40B4-BE49-F238E27FC236}">
                  <a16:creationId xmlns:a16="http://schemas.microsoft.com/office/drawing/2014/main" id="{12A86A22-C609-1D4C-A970-E79D85201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4">
              <a:extLst>
                <a:ext uri="{FF2B5EF4-FFF2-40B4-BE49-F238E27FC236}">
                  <a16:creationId xmlns:a16="http://schemas.microsoft.com/office/drawing/2014/main" id="{FC4340F8-0A2B-F34E-9B80-F8444EB71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5">
              <a:extLst>
                <a:ext uri="{FF2B5EF4-FFF2-40B4-BE49-F238E27FC236}">
                  <a16:creationId xmlns:a16="http://schemas.microsoft.com/office/drawing/2014/main" id="{152515B1-7436-7244-9589-ABB725ACD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6">
              <a:extLst>
                <a:ext uri="{FF2B5EF4-FFF2-40B4-BE49-F238E27FC236}">
                  <a16:creationId xmlns:a16="http://schemas.microsoft.com/office/drawing/2014/main" id="{00C1E013-24FD-4F4F-9BDC-600E5726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2" name="Group 1027">
              <a:extLst>
                <a:ext uri="{FF2B5EF4-FFF2-40B4-BE49-F238E27FC236}">
                  <a16:creationId xmlns:a16="http://schemas.microsoft.com/office/drawing/2014/main" id="{020A869B-B4AB-6245-A52F-D311B2002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19" name="Freeform 1028">
                <a:extLst>
                  <a:ext uri="{FF2B5EF4-FFF2-40B4-BE49-F238E27FC236}">
                    <a16:creationId xmlns:a16="http://schemas.microsoft.com/office/drawing/2014/main" id="{7C59F553-D4F3-B84A-9D32-750872FDA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Freeform 1029">
                <a:extLst>
                  <a:ext uri="{FF2B5EF4-FFF2-40B4-BE49-F238E27FC236}">
                    <a16:creationId xmlns:a16="http://schemas.microsoft.com/office/drawing/2014/main" id="{FB31CE0D-B1A2-2541-8E6C-07BACBE22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1030">
                <a:extLst>
                  <a:ext uri="{FF2B5EF4-FFF2-40B4-BE49-F238E27FC236}">
                    <a16:creationId xmlns:a16="http://schemas.microsoft.com/office/drawing/2014/main" id="{79743601-1251-B446-96A2-E8A022F04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31">
                <a:extLst>
                  <a:ext uri="{FF2B5EF4-FFF2-40B4-BE49-F238E27FC236}">
                    <a16:creationId xmlns:a16="http://schemas.microsoft.com/office/drawing/2014/main" id="{92C93205-F1A2-C64C-9417-CB0149EB0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2">
                <a:extLst>
                  <a:ext uri="{FF2B5EF4-FFF2-40B4-BE49-F238E27FC236}">
                    <a16:creationId xmlns:a16="http://schemas.microsoft.com/office/drawing/2014/main" id="{CE834B82-F7B4-6F43-A54F-3F4A32763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3">
                <a:extLst>
                  <a:ext uri="{FF2B5EF4-FFF2-40B4-BE49-F238E27FC236}">
                    <a16:creationId xmlns:a16="http://schemas.microsoft.com/office/drawing/2014/main" id="{106FA891-3BDD-BD42-AB09-FD3624FAB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Freeform 1034">
              <a:extLst>
                <a:ext uri="{FF2B5EF4-FFF2-40B4-BE49-F238E27FC236}">
                  <a16:creationId xmlns:a16="http://schemas.microsoft.com/office/drawing/2014/main" id="{89D3CB3B-C6EA-334C-8A75-30725C222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Freeform 1035">
              <a:extLst>
                <a:ext uri="{FF2B5EF4-FFF2-40B4-BE49-F238E27FC236}">
                  <a16:creationId xmlns:a16="http://schemas.microsoft.com/office/drawing/2014/main" id="{ED4D7C44-7297-044F-BC72-345005F54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Freeform 1036">
              <a:extLst>
                <a:ext uri="{FF2B5EF4-FFF2-40B4-BE49-F238E27FC236}">
                  <a16:creationId xmlns:a16="http://schemas.microsoft.com/office/drawing/2014/main" id="{0B965469-D790-CB43-83C5-F9FD8BE6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7">
              <a:extLst>
                <a:ext uri="{FF2B5EF4-FFF2-40B4-BE49-F238E27FC236}">
                  <a16:creationId xmlns:a16="http://schemas.microsoft.com/office/drawing/2014/main" id="{7917FF6D-4AF2-684D-9433-F5DA9B184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8">
              <a:extLst>
                <a:ext uri="{FF2B5EF4-FFF2-40B4-BE49-F238E27FC236}">
                  <a16:creationId xmlns:a16="http://schemas.microsoft.com/office/drawing/2014/main" id="{B0C4D2F9-6B8F-BE4A-BB70-761FAC74A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9">
              <a:extLst>
                <a:ext uri="{FF2B5EF4-FFF2-40B4-BE49-F238E27FC236}">
                  <a16:creationId xmlns:a16="http://schemas.microsoft.com/office/drawing/2014/main" id="{9E1A150D-77F7-9E4E-863C-9F2A7CAC8F2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880E45C-BBBE-554A-858B-868F56890610}"/>
              </a:ext>
            </a:extLst>
          </p:cNvPr>
          <p:cNvGrpSpPr/>
          <p:nvPr/>
        </p:nvGrpSpPr>
        <p:grpSpPr>
          <a:xfrm>
            <a:off x="4823792" y="2160105"/>
            <a:ext cx="711560" cy="179030"/>
            <a:chOff x="8493165" y="2029804"/>
            <a:chExt cx="849312" cy="226109"/>
          </a:xfrm>
        </p:grpSpPr>
        <p:pic>
          <p:nvPicPr>
            <p:cNvPr id="229" name="Picture 603" descr="car_icon_small">
              <a:extLst>
                <a:ext uri="{FF2B5EF4-FFF2-40B4-BE49-F238E27FC236}">
                  <a16:creationId xmlns:a16="http://schemas.microsoft.com/office/drawing/2014/main" id="{7EA98D6A-860A-4948-BE05-44BA8D6F2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1017" descr="antenna_stylized">
              <a:extLst>
                <a:ext uri="{FF2B5EF4-FFF2-40B4-BE49-F238E27FC236}">
                  <a16:creationId xmlns:a16="http://schemas.microsoft.com/office/drawing/2014/main" id="{5AAB3468-1552-464A-B1FC-5665FD619B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55A99B4-EA82-D240-8CDF-FEB12D160A74}"/>
              </a:ext>
            </a:extLst>
          </p:cNvPr>
          <p:cNvGrpSpPr/>
          <p:nvPr/>
        </p:nvGrpSpPr>
        <p:grpSpPr>
          <a:xfrm>
            <a:off x="4246735" y="3497702"/>
            <a:ext cx="857739" cy="583764"/>
            <a:chOff x="7487144" y="3296104"/>
            <a:chExt cx="857739" cy="583764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409D3E52-5CE8-F04F-BEDB-5BA109B598E9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39" name="Picture 1115" descr="antenna_stylized">
                <a:extLst>
                  <a:ext uri="{FF2B5EF4-FFF2-40B4-BE49-F238E27FC236}">
                    <a16:creationId xmlns:a16="http://schemas.microsoft.com/office/drawing/2014/main" id="{C7DC9C85-0935-ED40-93B0-652D43F0D9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0" name="Picture 1116" descr="laptop_keyboard">
                <a:extLst>
                  <a:ext uri="{FF2B5EF4-FFF2-40B4-BE49-F238E27FC236}">
                    <a16:creationId xmlns:a16="http://schemas.microsoft.com/office/drawing/2014/main" id="{ED2E6C0C-9356-2242-932A-1F72C8B82C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1117">
                <a:extLst>
                  <a:ext uri="{FF2B5EF4-FFF2-40B4-BE49-F238E27FC236}">
                    <a16:creationId xmlns:a16="http://schemas.microsoft.com/office/drawing/2014/main" id="{00D1D267-9D69-824F-85A0-11CE16FC1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2" name="Picture 1118" descr="screen">
                <a:extLst>
                  <a:ext uri="{FF2B5EF4-FFF2-40B4-BE49-F238E27FC236}">
                    <a16:creationId xmlns:a16="http://schemas.microsoft.com/office/drawing/2014/main" id="{2E865BDB-6379-4B4A-BA26-4B74B8ED7E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9">
                <a:extLst>
                  <a:ext uri="{FF2B5EF4-FFF2-40B4-BE49-F238E27FC236}">
                    <a16:creationId xmlns:a16="http://schemas.microsoft.com/office/drawing/2014/main" id="{D4C888E3-5CAE-5F46-B3DA-7FFA02698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eform 1120">
                <a:extLst>
                  <a:ext uri="{FF2B5EF4-FFF2-40B4-BE49-F238E27FC236}">
                    <a16:creationId xmlns:a16="http://schemas.microsoft.com/office/drawing/2014/main" id="{7DC724E0-C474-2342-937E-5530C2B71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eform 1121">
                <a:extLst>
                  <a:ext uri="{FF2B5EF4-FFF2-40B4-BE49-F238E27FC236}">
                    <a16:creationId xmlns:a16="http://schemas.microsoft.com/office/drawing/2014/main" id="{DBBADCB7-5AF1-B647-8187-B515342DF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2">
                <a:extLst>
                  <a:ext uri="{FF2B5EF4-FFF2-40B4-BE49-F238E27FC236}">
                    <a16:creationId xmlns:a16="http://schemas.microsoft.com/office/drawing/2014/main" id="{6A7E7781-A06C-4A46-B4D4-A2ADD7BC4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3">
                <a:extLst>
                  <a:ext uri="{FF2B5EF4-FFF2-40B4-BE49-F238E27FC236}">
                    <a16:creationId xmlns:a16="http://schemas.microsoft.com/office/drawing/2014/main" id="{D6F87B20-8CEB-3547-A384-CF7630F9E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4">
                <a:extLst>
                  <a:ext uri="{FF2B5EF4-FFF2-40B4-BE49-F238E27FC236}">
                    <a16:creationId xmlns:a16="http://schemas.microsoft.com/office/drawing/2014/main" id="{D4068BF3-7165-D94A-8083-B56B708AB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9" name="Group 1125">
                <a:extLst>
                  <a:ext uri="{FF2B5EF4-FFF2-40B4-BE49-F238E27FC236}">
                    <a16:creationId xmlns:a16="http://schemas.microsoft.com/office/drawing/2014/main" id="{49F316BA-1EC8-1A4C-8646-3DB1066BE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6" name="Freeform 1126">
                  <a:extLst>
                    <a:ext uri="{FF2B5EF4-FFF2-40B4-BE49-F238E27FC236}">
                      <a16:creationId xmlns:a16="http://schemas.microsoft.com/office/drawing/2014/main" id="{33FE59FB-DFE6-7341-B17A-E0B047418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Freeform 1127">
                  <a:extLst>
                    <a:ext uri="{FF2B5EF4-FFF2-40B4-BE49-F238E27FC236}">
                      <a16:creationId xmlns:a16="http://schemas.microsoft.com/office/drawing/2014/main" id="{598F8813-57C3-F84F-83C4-0B9E171809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Freeform 1128">
                  <a:extLst>
                    <a:ext uri="{FF2B5EF4-FFF2-40B4-BE49-F238E27FC236}">
                      <a16:creationId xmlns:a16="http://schemas.microsoft.com/office/drawing/2014/main" id="{C6707220-A73C-4F42-B353-3DDAC39FA4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9">
                  <a:extLst>
                    <a:ext uri="{FF2B5EF4-FFF2-40B4-BE49-F238E27FC236}">
                      <a16:creationId xmlns:a16="http://schemas.microsoft.com/office/drawing/2014/main" id="{69D8ADD5-9521-5041-AA09-96E118EB0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30">
                  <a:extLst>
                    <a:ext uri="{FF2B5EF4-FFF2-40B4-BE49-F238E27FC236}">
                      <a16:creationId xmlns:a16="http://schemas.microsoft.com/office/drawing/2014/main" id="{FDC2A7F7-5B56-B846-9E39-51BA6D5E4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31">
                  <a:extLst>
                    <a:ext uri="{FF2B5EF4-FFF2-40B4-BE49-F238E27FC236}">
                      <a16:creationId xmlns:a16="http://schemas.microsoft.com/office/drawing/2014/main" id="{D6672560-B106-9C4C-8CF0-929B184BD6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0" name="Freeform 1132">
                <a:extLst>
                  <a:ext uri="{FF2B5EF4-FFF2-40B4-BE49-F238E27FC236}">
                    <a16:creationId xmlns:a16="http://schemas.microsoft.com/office/drawing/2014/main" id="{BB1750B0-C777-0046-A734-2F93E4CD0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Freeform 1133">
                <a:extLst>
                  <a:ext uri="{FF2B5EF4-FFF2-40B4-BE49-F238E27FC236}">
                    <a16:creationId xmlns:a16="http://schemas.microsoft.com/office/drawing/2014/main" id="{95867084-C6EF-724D-8778-CC07F1339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eform 1134">
                <a:extLst>
                  <a:ext uri="{FF2B5EF4-FFF2-40B4-BE49-F238E27FC236}">
                    <a16:creationId xmlns:a16="http://schemas.microsoft.com/office/drawing/2014/main" id="{D1BD0E25-944D-7F46-A12A-B93EF1AE3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5">
                <a:extLst>
                  <a:ext uri="{FF2B5EF4-FFF2-40B4-BE49-F238E27FC236}">
                    <a16:creationId xmlns:a16="http://schemas.microsoft.com/office/drawing/2014/main" id="{CF2CF5B5-622C-5343-B5D0-5391059D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6">
                <a:extLst>
                  <a:ext uri="{FF2B5EF4-FFF2-40B4-BE49-F238E27FC236}">
                    <a16:creationId xmlns:a16="http://schemas.microsoft.com/office/drawing/2014/main" id="{6048412C-8C17-C140-AD3E-3A9012E70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7">
                <a:extLst>
                  <a:ext uri="{FF2B5EF4-FFF2-40B4-BE49-F238E27FC236}">
                    <a16:creationId xmlns:a16="http://schemas.microsoft.com/office/drawing/2014/main" id="{EED18DA0-8875-9843-8A85-6A944F34957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oup 1139">
              <a:extLst>
                <a:ext uri="{FF2B5EF4-FFF2-40B4-BE49-F238E27FC236}">
                  <a16:creationId xmlns:a16="http://schemas.microsoft.com/office/drawing/2014/main" id="{D9004963-936C-DD47-9965-B9CCBB2F966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7" name="Picture 1140" descr="desktop_computer_stylized_medium">
                <a:extLst>
                  <a:ext uri="{FF2B5EF4-FFF2-40B4-BE49-F238E27FC236}">
                    <a16:creationId xmlns:a16="http://schemas.microsoft.com/office/drawing/2014/main" id="{AD933EE7-0891-0146-A9F4-226FA7B27A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1141">
                <a:extLst>
                  <a:ext uri="{FF2B5EF4-FFF2-40B4-BE49-F238E27FC236}">
                    <a16:creationId xmlns:a16="http://schemas.microsoft.com/office/drawing/2014/main" id="{DAF83E23-262D-1043-8CCF-F63A734D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B2958F6D-7B2A-364C-8D84-79D8C6C9B1F4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5" name="Picture 571" descr="fridge2.png">
                <a:extLst>
                  <a:ext uri="{FF2B5EF4-FFF2-40B4-BE49-F238E27FC236}">
                    <a16:creationId xmlns:a16="http://schemas.microsoft.com/office/drawing/2014/main" id="{ABC51E46-52F9-3D42-AFBD-658C57251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" name="Picture 1115" descr="antenna_stylized">
                <a:extLst>
                  <a:ext uri="{FF2B5EF4-FFF2-40B4-BE49-F238E27FC236}">
                    <a16:creationId xmlns:a16="http://schemas.microsoft.com/office/drawing/2014/main" id="{CED1EF09-FE8F-4B41-A745-0C14F13A12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44AFE4B-018B-ED4C-9212-23E48ADBCA41}"/>
              </a:ext>
            </a:extLst>
          </p:cNvPr>
          <p:cNvGrpSpPr/>
          <p:nvPr/>
        </p:nvGrpSpPr>
        <p:grpSpPr>
          <a:xfrm>
            <a:off x="7818164" y="3600763"/>
            <a:ext cx="518448" cy="1212242"/>
            <a:chOff x="11058573" y="3399165"/>
            <a:chExt cx="518448" cy="1212242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8B6667A-A701-7F4A-BC6C-316B6FF0EB2F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9CDC29E2-BBEC-9244-8DA1-BD294F0ADE8E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F1BB320A-E6AC-5B4C-93BC-FEEFA612BE51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2" name="Picture 271" descr="server_rack.png">
                  <a:extLst>
                    <a:ext uri="{FF2B5EF4-FFF2-40B4-BE49-F238E27FC236}">
                      <a16:creationId xmlns:a16="http://schemas.microsoft.com/office/drawing/2014/main" id="{0F4317C8-49E4-AB46-BCF0-60D730DF38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3" name="Picture 272" descr="server_rack.png">
                  <a:extLst>
                    <a:ext uri="{FF2B5EF4-FFF2-40B4-BE49-F238E27FC236}">
                      <a16:creationId xmlns:a16="http://schemas.microsoft.com/office/drawing/2014/main" id="{A01BED51-68E3-6C41-A693-5CB190F0B3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F1BCC4B8-3FE3-614B-B2EF-7338DE5C7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C8A9FE7F-7C9F-C84C-A0A1-1C947E8FD225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8DB9B47F-7304-7A4A-A7A2-B3D20D4E444D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9A598477-96FD-D644-9846-B1BB6339137D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7" name="Picture 266" descr="server_rack.png">
                  <a:extLst>
                    <a:ext uri="{FF2B5EF4-FFF2-40B4-BE49-F238E27FC236}">
                      <a16:creationId xmlns:a16="http://schemas.microsoft.com/office/drawing/2014/main" id="{095B8966-EE73-8F44-A12C-C10C997850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68" name="Picture 267" descr="server_rack.png">
                  <a:extLst>
                    <a:ext uri="{FF2B5EF4-FFF2-40B4-BE49-F238E27FC236}">
                      <a16:creationId xmlns:a16="http://schemas.microsoft.com/office/drawing/2014/main" id="{A3F9BE85-3AF6-3249-950A-217C66D0A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72663D7C-9C3F-DA40-ACFE-B6C9A2140E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5" name="Group 590">
            <a:extLst>
              <a:ext uri="{FF2B5EF4-FFF2-40B4-BE49-F238E27FC236}">
                <a16:creationId xmlns:a16="http://schemas.microsoft.com/office/drawing/2014/main" id="{0E5EB782-E0E2-2D48-B2DD-FD8EA24A76D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34072" y="5072439"/>
            <a:ext cx="345630" cy="320302"/>
            <a:chOff x="2839" y="3501"/>
            <a:chExt cx="755" cy="803"/>
          </a:xfrm>
        </p:grpSpPr>
        <p:pic>
          <p:nvPicPr>
            <p:cNvPr id="276" name="Picture 591" descr="desktop_computer_stylized_medium">
              <a:extLst>
                <a:ext uri="{FF2B5EF4-FFF2-40B4-BE49-F238E27FC236}">
                  <a16:creationId xmlns:a16="http://schemas.microsoft.com/office/drawing/2014/main" id="{B1A64AC3-93FC-7D46-BA05-C8A4365E0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7" name="Freeform 592">
              <a:extLst>
                <a:ext uri="{FF2B5EF4-FFF2-40B4-BE49-F238E27FC236}">
                  <a16:creationId xmlns:a16="http://schemas.microsoft.com/office/drawing/2014/main" id="{6BF14B00-6CAE-014F-A59C-5A6E13911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8" name="Group 1064">
            <a:extLst>
              <a:ext uri="{FF2B5EF4-FFF2-40B4-BE49-F238E27FC236}">
                <a16:creationId xmlns:a16="http://schemas.microsoft.com/office/drawing/2014/main" id="{7951DE67-1B86-B143-9CBC-5501BD8D94AC}"/>
              </a:ext>
            </a:extLst>
          </p:cNvPr>
          <p:cNvGrpSpPr>
            <a:grpSpLocks/>
          </p:cNvGrpSpPr>
          <p:nvPr/>
        </p:nvGrpSpPr>
        <p:grpSpPr bwMode="auto">
          <a:xfrm>
            <a:off x="5954898" y="6025087"/>
            <a:ext cx="310186" cy="307808"/>
            <a:chOff x="877" y="1008"/>
            <a:chExt cx="2747" cy="2591"/>
          </a:xfrm>
        </p:grpSpPr>
        <p:pic>
          <p:nvPicPr>
            <p:cNvPr id="279" name="Picture 1065" descr="antenna_stylized">
              <a:extLst>
                <a:ext uri="{FF2B5EF4-FFF2-40B4-BE49-F238E27FC236}">
                  <a16:creationId xmlns:a16="http://schemas.microsoft.com/office/drawing/2014/main" id="{B1F2AED3-0E3D-2D43-A954-6554CC0AFC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0" name="Picture 1066" descr="laptop_keyboard">
              <a:extLst>
                <a:ext uri="{FF2B5EF4-FFF2-40B4-BE49-F238E27FC236}">
                  <a16:creationId xmlns:a16="http://schemas.microsoft.com/office/drawing/2014/main" id="{211384EE-349F-294E-B229-6FB03723D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1" name="Freeform 1067">
              <a:extLst>
                <a:ext uri="{FF2B5EF4-FFF2-40B4-BE49-F238E27FC236}">
                  <a16:creationId xmlns:a16="http://schemas.microsoft.com/office/drawing/2014/main" id="{5EDD5BA3-2F27-A442-8752-48D09A3D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2" name="Picture 1068" descr="screen">
              <a:extLst>
                <a:ext uri="{FF2B5EF4-FFF2-40B4-BE49-F238E27FC236}">
                  <a16:creationId xmlns:a16="http://schemas.microsoft.com/office/drawing/2014/main" id="{10224E9B-6FE9-FA41-96F2-B4EAD104F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9">
              <a:extLst>
                <a:ext uri="{FF2B5EF4-FFF2-40B4-BE49-F238E27FC236}">
                  <a16:creationId xmlns:a16="http://schemas.microsoft.com/office/drawing/2014/main" id="{7F203ECD-BE4B-7A42-8D40-D46FB0A6F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4" name="Freeform 1070">
              <a:extLst>
                <a:ext uri="{FF2B5EF4-FFF2-40B4-BE49-F238E27FC236}">
                  <a16:creationId xmlns:a16="http://schemas.microsoft.com/office/drawing/2014/main" id="{D28EC097-FE5C-B54E-B749-0AF699D87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Freeform 1071">
              <a:extLst>
                <a:ext uri="{FF2B5EF4-FFF2-40B4-BE49-F238E27FC236}">
                  <a16:creationId xmlns:a16="http://schemas.microsoft.com/office/drawing/2014/main" id="{814120B1-8006-1B41-869E-2029C6E28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2">
              <a:extLst>
                <a:ext uri="{FF2B5EF4-FFF2-40B4-BE49-F238E27FC236}">
                  <a16:creationId xmlns:a16="http://schemas.microsoft.com/office/drawing/2014/main" id="{0A886C02-AE34-6A41-9895-F0D951956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3">
              <a:extLst>
                <a:ext uri="{FF2B5EF4-FFF2-40B4-BE49-F238E27FC236}">
                  <a16:creationId xmlns:a16="http://schemas.microsoft.com/office/drawing/2014/main" id="{A5484354-B02D-AB4D-9D77-AE7043FD6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4">
              <a:extLst>
                <a:ext uri="{FF2B5EF4-FFF2-40B4-BE49-F238E27FC236}">
                  <a16:creationId xmlns:a16="http://schemas.microsoft.com/office/drawing/2014/main" id="{F4FD8A50-2573-2645-84E2-2B3A08840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9" name="Group 1075">
              <a:extLst>
                <a:ext uri="{FF2B5EF4-FFF2-40B4-BE49-F238E27FC236}">
                  <a16:creationId xmlns:a16="http://schemas.microsoft.com/office/drawing/2014/main" id="{4E2AC5A6-3827-DD48-A056-70E2E938C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6" name="Freeform 1076">
                <a:extLst>
                  <a:ext uri="{FF2B5EF4-FFF2-40B4-BE49-F238E27FC236}">
                    <a16:creationId xmlns:a16="http://schemas.microsoft.com/office/drawing/2014/main" id="{6965E36F-322F-8E4C-B755-9C6568850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7" name="Freeform 1077">
                <a:extLst>
                  <a:ext uri="{FF2B5EF4-FFF2-40B4-BE49-F238E27FC236}">
                    <a16:creationId xmlns:a16="http://schemas.microsoft.com/office/drawing/2014/main" id="{9E5988A4-67DD-CE43-B290-B641B201F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Freeform 1078">
                <a:extLst>
                  <a:ext uri="{FF2B5EF4-FFF2-40B4-BE49-F238E27FC236}">
                    <a16:creationId xmlns:a16="http://schemas.microsoft.com/office/drawing/2014/main" id="{7ED2F9CF-9A11-A846-B686-0011B5C6D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9">
                <a:extLst>
                  <a:ext uri="{FF2B5EF4-FFF2-40B4-BE49-F238E27FC236}">
                    <a16:creationId xmlns:a16="http://schemas.microsoft.com/office/drawing/2014/main" id="{22648629-F8E7-334B-AAF7-CAD399697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80">
                <a:extLst>
                  <a:ext uri="{FF2B5EF4-FFF2-40B4-BE49-F238E27FC236}">
                    <a16:creationId xmlns:a16="http://schemas.microsoft.com/office/drawing/2014/main" id="{C241B24C-14D9-964D-BC7F-36053379F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81">
                <a:extLst>
                  <a:ext uri="{FF2B5EF4-FFF2-40B4-BE49-F238E27FC236}">
                    <a16:creationId xmlns:a16="http://schemas.microsoft.com/office/drawing/2014/main" id="{DBA4F4AF-DCD1-704E-9204-C6AC9A27D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0" name="Freeform 1082">
              <a:extLst>
                <a:ext uri="{FF2B5EF4-FFF2-40B4-BE49-F238E27FC236}">
                  <a16:creationId xmlns:a16="http://schemas.microsoft.com/office/drawing/2014/main" id="{07FB7DE2-E31D-C649-9030-4E5B03249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1" name="Freeform 1083">
              <a:extLst>
                <a:ext uri="{FF2B5EF4-FFF2-40B4-BE49-F238E27FC236}">
                  <a16:creationId xmlns:a16="http://schemas.microsoft.com/office/drawing/2014/main" id="{835C4B90-A535-AD40-B98F-7805DF477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2" name="Freeform 1084">
              <a:extLst>
                <a:ext uri="{FF2B5EF4-FFF2-40B4-BE49-F238E27FC236}">
                  <a16:creationId xmlns:a16="http://schemas.microsoft.com/office/drawing/2014/main" id="{F5EFA280-53D8-2849-B25C-668EFE36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5">
              <a:extLst>
                <a:ext uri="{FF2B5EF4-FFF2-40B4-BE49-F238E27FC236}">
                  <a16:creationId xmlns:a16="http://schemas.microsoft.com/office/drawing/2014/main" id="{1B5A7269-8C6F-814F-BDD2-4F9BF780A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6">
              <a:extLst>
                <a:ext uri="{FF2B5EF4-FFF2-40B4-BE49-F238E27FC236}">
                  <a16:creationId xmlns:a16="http://schemas.microsoft.com/office/drawing/2014/main" id="{16486DCE-E56F-C84C-9A77-C45F00375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7">
              <a:extLst>
                <a:ext uri="{FF2B5EF4-FFF2-40B4-BE49-F238E27FC236}">
                  <a16:creationId xmlns:a16="http://schemas.microsoft.com/office/drawing/2014/main" id="{FDD4F9B1-A0C6-EA41-AF99-34AAB8E3C0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2" name="Group 590">
            <a:extLst>
              <a:ext uri="{FF2B5EF4-FFF2-40B4-BE49-F238E27FC236}">
                <a16:creationId xmlns:a16="http://schemas.microsoft.com/office/drawing/2014/main" id="{BDC6B5F1-555C-574C-99D4-96EF3D8C508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907126" y="5676935"/>
            <a:ext cx="345630" cy="320302"/>
            <a:chOff x="2839" y="3501"/>
            <a:chExt cx="755" cy="803"/>
          </a:xfrm>
        </p:grpSpPr>
        <p:pic>
          <p:nvPicPr>
            <p:cNvPr id="303" name="Picture 591" descr="desktop_computer_stylized_medium">
              <a:extLst>
                <a:ext uri="{FF2B5EF4-FFF2-40B4-BE49-F238E27FC236}">
                  <a16:creationId xmlns:a16="http://schemas.microsoft.com/office/drawing/2014/main" id="{3B06A57A-EA8F-6A43-9237-F0B20AE67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592">
              <a:extLst>
                <a:ext uri="{FF2B5EF4-FFF2-40B4-BE49-F238E27FC236}">
                  <a16:creationId xmlns:a16="http://schemas.microsoft.com/office/drawing/2014/main" id="{6C40BD2C-BA0F-8C4A-98C3-E72D12AD9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5" name="Group 590">
            <a:extLst>
              <a:ext uri="{FF2B5EF4-FFF2-40B4-BE49-F238E27FC236}">
                <a16:creationId xmlns:a16="http://schemas.microsoft.com/office/drawing/2014/main" id="{9F0D6DD0-FAEE-4144-B7FA-0A3F45B819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305351" y="5698408"/>
            <a:ext cx="345630" cy="320302"/>
            <a:chOff x="2839" y="3501"/>
            <a:chExt cx="755" cy="803"/>
          </a:xfrm>
        </p:grpSpPr>
        <p:pic>
          <p:nvPicPr>
            <p:cNvPr id="306" name="Picture 591" descr="desktop_computer_stylized_medium">
              <a:extLst>
                <a:ext uri="{FF2B5EF4-FFF2-40B4-BE49-F238E27FC236}">
                  <a16:creationId xmlns:a16="http://schemas.microsoft.com/office/drawing/2014/main" id="{09220898-F8BC-4A4F-BB36-024C79384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" name="Freeform 592">
              <a:extLst>
                <a:ext uri="{FF2B5EF4-FFF2-40B4-BE49-F238E27FC236}">
                  <a16:creationId xmlns:a16="http://schemas.microsoft.com/office/drawing/2014/main" id="{FC3CF58C-E730-A744-B1BD-52C1A549B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8" name="Group 1064">
            <a:extLst>
              <a:ext uri="{FF2B5EF4-FFF2-40B4-BE49-F238E27FC236}">
                <a16:creationId xmlns:a16="http://schemas.microsoft.com/office/drawing/2014/main" id="{DFA47618-8D8A-D346-95B9-8E1444D3040F}"/>
              </a:ext>
            </a:extLst>
          </p:cNvPr>
          <p:cNvGrpSpPr>
            <a:grpSpLocks/>
          </p:cNvGrpSpPr>
          <p:nvPr/>
        </p:nvGrpSpPr>
        <p:grpSpPr bwMode="auto">
          <a:xfrm>
            <a:off x="6287963" y="5967416"/>
            <a:ext cx="319264" cy="253379"/>
            <a:chOff x="877" y="1008"/>
            <a:chExt cx="2747" cy="2591"/>
          </a:xfrm>
        </p:grpSpPr>
        <p:pic>
          <p:nvPicPr>
            <p:cNvPr id="309" name="Picture 1065" descr="antenna_stylized">
              <a:extLst>
                <a:ext uri="{FF2B5EF4-FFF2-40B4-BE49-F238E27FC236}">
                  <a16:creationId xmlns:a16="http://schemas.microsoft.com/office/drawing/2014/main" id="{17BA4BF7-6EB2-5C4C-A0CA-F479E6ADD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0" name="Picture 1066" descr="laptop_keyboard">
              <a:extLst>
                <a:ext uri="{FF2B5EF4-FFF2-40B4-BE49-F238E27FC236}">
                  <a16:creationId xmlns:a16="http://schemas.microsoft.com/office/drawing/2014/main" id="{3C1D902F-3BA4-2F49-B15B-A15DA19595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1" name="Freeform 1067">
              <a:extLst>
                <a:ext uri="{FF2B5EF4-FFF2-40B4-BE49-F238E27FC236}">
                  <a16:creationId xmlns:a16="http://schemas.microsoft.com/office/drawing/2014/main" id="{2877382F-39A2-B148-AC69-CF8CEA81C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2" name="Picture 1068" descr="screen">
              <a:extLst>
                <a:ext uri="{FF2B5EF4-FFF2-40B4-BE49-F238E27FC236}">
                  <a16:creationId xmlns:a16="http://schemas.microsoft.com/office/drawing/2014/main" id="{D9923942-B361-8447-A880-EC7F020AC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9">
              <a:extLst>
                <a:ext uri="{FF2B5EF4-FFF2-40B4-BE49-F238E27FC236}">
                  <a16:creationId xmlns:a16="http://schemas.microsoft.com/office/drawing/2014/main" id="{47339972-CDB8-C04B-8EC1-2A9C6080D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4" name="Freeform 1070">
              <a:extLst>
                <a:ext uri="{FF2B5EF4-FFF2-40B4-BE49-F238E27FC236}">
                  <a16:creationId xmlns:a16="http://schemas.microsoft.com/office/drawing/2014/main" id="{8DBA4658-58F1-7147-A932-124385DA6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Freeform 1071">
              <a:extLst>
                <a:ext uri="{FF2B5EF4-FFF2-40B4-BE49-F238E27FC236}">
                  <a16:creationId xmlns:a16="http://schemas.microsoft.com/office/drawing/2014/main" id="{847D92F2-204A-7C46-B3AC-FE5A37636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2">
              <a:extLst>
                <a:ext uri="{FF2B5EF4-FFF2-40B4-BE49-F238E27FC236}">
                  <a16:creationId xmlns:a16="http://schemas.microsoft.com/office/drawing/2014/main" id="{A9A67ED7-B095-1A4E-8E37-40AF41246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3">
              <a:extLst>
                <a:ext uri="{FF2B5EF4-FFF2-40B4-BE49-F238E27FC236}">
                  <a16:creationId xmlns:a16="http://schemas.microsoft.com/office/drawing/2014/main" id="{DF82D2B1-635A-714E-9305-B919A51A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4">
              <a:extLst>
                <a:ext uri="{FF2B5EF4-FFF2-40B4-BE49-F238E27FC236}">
                  <a16:creationId xmlns:a16="http://schemas.microsoft.com/office/drawing/2014/main" id="{5AAFF1EB-A288-8F4F-B78A-EE009576E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9" name="Group 1075">
              <a:extLst>
                <a:ext uri="{FF2B5EF4-FFF2-40B4-BE49-F238E27FC236}">
                  <a16:creationId xmlns:a16="http://schemas.microsoft.com/office/drawing/2014/main" id="{7B7346F9-40BA-D049-8504-716739D549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6" name="Freeform 1076">
                <a:extLst>
                  <a:ext uri="{FF2B5EF4-FFF2-40B4-BE49-F238E27FC236}">
                    <a16:creationId xmlns:a16="http://schemas.microsoft.com/office/drawing/2014/main" id="{70A0B529-8702-5248-85CB-6A6D9AA04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7" name="Freeform 1077">
                <a:extLst>
                  <a:ext uri="{FF2B5EF4-FFF2-40B4-BE49-F238E27FC236}">
                    <a16:creationId xmlns:a16="http://schemas.microsoft.com/office/drawing/2014/main" id="{4EEC6B41-23FE-6343-9647-DDDB7181D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8" name="Freeform 1078">
                <a:extLst>
                  <a:ext uri="{FF2B5EF4-FFF2-40B4-BE49-F238E27FC236}">
                    <a16:creationId xmlns:a16="http://schemas.microsoft.com/office/drawing/2014/main" id="{0EABB596-A6BA-F740-B45B-0FF3A31F2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9">
                <a:extLst>
                  <a:ext uri="{FF2B5EF4-FFF2-40B4-BE49-F238E27FC236}">
                    <a16:creationId xmlns:a16="http://schemas.microsoft.com/office/drawing/2014/main" id="{09242A2C-92CE-F44A-983E-EC9DAABC0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80">
                <a:extLst>
                  <a:ext uri="{FF2B5EF4-FFF2-40B4-BE49-F238E27FC236}">
                    <a16:creationId xmlns:a16="http://schemas.microsoft.com/office/drawing/2014/main" id="{6466CBF5-6D5A-6F48-8E95-EE6BC0BAF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81">
                <a:extLst>
                  <a:ext uri="{FF2B5EF4-FFF2-40B4-BE49-F238E27FC236}">
                    <a16:creationId xmlns:a16="http://schemas.microsoft.com/office/drawing/2014/main" id="{7570717D-AC26-0E41-B941-D7539925A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0" name="Freeform 1082">
              <a:extLst>
                <a:ext uri="{FF2B5EF4-FFF2-40B4-BE49-F238E27FC236}">
                  <a16:creationId xmlns:a16="http://schemas.microsoft.com/office/drawing/2014/main" id="{841F1253-B022-344F-B950-24A406B51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Freeform 1083">
              <a:extLst>
                <a:ext uri="{FF2B5EF4-FFF2-40B4-BE49-F238E27FC236}">
                  <a16:creationId xmlns:a16="http://schemas.microsoft.com/office/drawing/2014/main" id="{AB15C824-EB5B-B748-A3EC-CC23D2A2F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Freeform 1084">
              <a:extLst>
                <a:ext uri="{FF2B5EF4-FFF2-40B4-BE49-F238E27FC236}">
                  <a16:creationId xmlns:a16="http://schemas.microsoft.com/office/drawing/2014/main" id="{71527C9D-21F9-E94E-8A55-013031DB3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5">
              <a:extLst>
                <a:ext uri="{FF2B5EF4-FFF2-40B4-BE49-F238E27FC236}">
                  <a16:creationId xmlns:a16="http://schemas.microsoft.com/office/drawing/2014/main" id="{BCC55649-0489-E549-A39F-9E8CC1F6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6">
              <a:extLst>
                <a:ext uri="{FF2B5EF4-FFF2-40B4-BE49-F238E27FC236}">
                  <a16:creationId xmlns:a16="http://schemas.microsoft.com/office/drawing/2014/main" id="{41231CA3-2B9E-9548-90CC-CBE0D7C26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7">
              <a:extLst>
                <a:ext uri="{FF2B5EF4-FFF2-40B4-BE49-F238E27FC236}">
                  <a16:creationId xmlns:a16="http://schemas.microsoft.com/office/drawing/2014/main" id="{F2D603F0-5286-EF42-A4CF-2B2011084A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2" name="Freeform 984">
            <a:extLst>
              <a:ext uri="{FF2B5EF4-FFF2-40B4-BE49-F238E27FC236}">
                <a16:creationId xmlns:a16="http://schemas.microsoft.com/office/drawing/2014/main" id="{9032EBDB-7D1E-B449-9716-5090592BDF34}"/>
              </a:ext>
            </a:extLst>
          </p:cNvPr>
          <p:cNvSpPr>
            <a:spLocks/>
          </p:cNvSpPr>
          <p:nvPr/>
        </p:nvSpPr>
        <p:spPr bwMode="auto">
          <a:xfrm>
            <a:off x="6906810" y="5809249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3" name="Freeform 986">
            <a:extLst>
              <a:ext uri="{FF2B5EF4-FFF2-40B4-BE49-F238E27FC236}">
                <a16:creationId xmlns:a16="http://schemas.microsoft.com/office/drawing/2014/main" id="{472A2A5F-8871-694C-B232-AC5219C80A8A}"/>
              </a:ext>
            </a:extLst>
          </p:cNvPr>
          <p:cNvSpPr>
            <a:spLocks/>
          </p:cNvSpPr>
          <p:nvPr/>
        </p:nvSpPr>
        <p:spPr bwMode="auto">
          <a:xfrm>
            <a:off x="6913187" y="5829201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4" name="Freeform 987">
            <a:extLst>
              <a:ext uri="{FF2B5EF4-FFF2-40B4-BE49-F238E27FC236}">
                <a16:creationId xmlns:a16="http://schemas.microsoft.com/office/drawing/2014/main" id="{23AD45D6-2919-0043-8446-78C078CC9836}"/>
              </a:ext>
            </a:extLst>
          </p:cNvPr>
          <p:cNvSpPr>
            <a:spLocks/>
          </p:cNvSpPr>
          <p:nvPr/>
        </p:nvSpPr>
        <p:spPr bwMode="auto">
          <a:xfrm>
            <a:off x="6908735" y="5985031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Rectangle 988">
            <a:extLst>
              <a:ext uri="{FF2B5EF4-FFF2-40B4-BE49-F238E27FC236}">
                <a16:creationId xmlns:a16="http://schemas.microsoft.com/office/drawing/2014/main" id="{CEAA138C-A0DC-9442-AED8-104D07D78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516" y="584667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6" name="Group 989">
            <a:extLst>
              <a:ext uri="{FF2B5EF4-FFF2-40B4-BE49-F238E27FC236}">
                <a16:creationId xmlns:a16="http://schemas.microsoft.com/office/drawing/2014/main" id="{FA886832-235D-4041-9C03-AD33F0ECFEF9}"/>
              </a:ext>
            </a:extLst>
          </p:cNvPr>
          <p:cNvGrpSpPr>
            <a:grpSpLocks/>
          </p:cNvGrpSpPr>
          <p:nvPr/>
        </p:nvGrpSpPr>
        <p:grpSpPr bwMode="auto">
          <a:xfrm>
            <a:off x="6844366" y="5843473"/>
            <a:ext cx="69903" cy="21117"/>
            <a:chOff x="614" y="2568"/>
            <a:chExt cx="725" cy="139"/>
          </a:xfrm>
        </p:grpSpPr>
        <p:sp>
          <p:nvSpPr>
            <p:cNvPr id="337" name="AutoShape 990">
              <a:extLst>
                <a:ext uri="{FF2B5EF4-FFF2-40B4-BE49-F238E27FC236}">
                  <a16:creationId xmlns:a16="http://schemas.microsoft.com/office/drawing/2014/main" id="{DD1DC9DB-013D-6B4C-A472-4A22F4558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8" name="AutoShape 991">
              <a:extLst>
                <a:ext uri="{FF2B5EF4-FFF2-40B4-BE49-F238E27FC236}">
                  <a16:creationId xmlns:a16="http://schemas.microsoft.com/office/drawing/2014/main" id="{EABCADC0-3BCF-414A-89BA-FF21F629C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39" name="Rectangle 992">
            <a:extLst>
              <a:ext uri="{FF2B5EF4-FFF2-40B4-BE49-F238E27FC236}">
                <a16:creationId xmlns:a16="http://schemas.microsoft.com/office/drawing/2014/main" id="{E6739617-9F17-D043-AE16-B057CB000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719" y="589502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0" name="Group 993">
            <a:extLst>
              <a:ext uri="{FF2B5EF4-FFF2-40B4-BE49-F238E27FC236}">
                <a16:creationId xmlns:a16="http://schemas.microsoft.com/office/drawing/2014/main" id="{7BD86CE2-BBAD-954D-A426-7A24C122F8AC}"/>
              </a:ext>
            </a:extLst>
          </p:cNvPr>
          <p:cNvGrpSpPr>
            <a:grpSpLocks/>
          </p:cNvGrpSpPr>
          <p:nvPr/>
        </p:nvGrpSpPr>
        <p:grpSpPr bwMode="auto">
          <a:xfrm>
            <a:off x="6844126" y="5890950"/>
            <a:ext cx="69903" cy="19515"/>
            <a:chOff x="614" y="2568"/>
            <a:chExt cx="725" cy="139"/>
          </a:xfrm>
        </p:grpSpPr>
        <p:sp>
          <p:nvSpPr>
            <p:cNvPr id="341" name="AutoShape 994">
              <a:extLst>
                <a:ext uri="{FF2B5EF4-FFF2-40B4-BE49-F238E27FC236}">
                  <a16:creationId xmlns:a16="http://schemas.microsoft.com/office/drawing/2014/main" id="{FDF9C73A-C181-AB4A-B6B6-4030B1B36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2" name="AutoShape 995">
              <a:extLst>
                <a:ext uri="{FF2B5EF4-FFF2-40B4-BE49-F238E27FC236}">
                  <a16:creationId xmlns:a16="http://schemas.microsoft.com/office/drawing/2014/main" id="{143C4AED-B8A1-0B40-9A1D-9F7D90339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3" name="Rectangle 996">
            <a:extLst>
              <a:ext uri="{FF2B5EF4-FFF2-40B4-BE49-F238E27FC236}">
                <a16:creationId xmlns:a16="http://schemas.microsoft.com/office/drawing/2014/main" id="{E6C698E7-4F93-334B-8ACD-184E0EF45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719" y="594337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4" name="Rectangle 997">
            <a:extLst>
              <a:ext uri="{FF2B5EF4-FFF2-40B4-BE49-F238E27FC236}">
                <a16:creationId xmlns:a16="http://schemas.microsoft.com/office/drawing/2014/main" id="{FBF68FF6-F058-9948-BDF6-22816ECBD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922" y="598721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5" name="Group 998">
            <a:extLst>
              <a:ext uri="{FF2B5EF4-FFF2-40B4-BE49-F238E27FC236}">
                <a16:creationId xmlns:a16="http://schemas.microsoft.com/office/drawing/2014/main" id="{84015BC0-F35E-A64E-A4EF-B5111B8CD2B5}"/>
              </a:ext>
            </a:extLst>
          </p:cNvPr>
          <p:cNvGrpSpPr>
            <a:grpSpLocks/>
          </p:cNvGrpSpPr>
          <p:nvPr/>
        </p:nvGrpSpPr>
        <p:grpSpPr bwMode="auto">
          <a:xfrm>
            <a:off x="6842682" y="5983138"/>
            <a:ext cx="70024" cy="21991"/>
            <a:chOff x="614" y="2568"/>
            <a:chExt cx="725" cy="139"/>
          </a:xfrm>
        </p:grpSpPr>
        <p:sp>
          <p:nvSpPr>
            <p:cNvPr id="346" name="AutoShape 999">
              <a:extLst>
                <a:ext uri="{FF2B5EF4-FFF2-40B4-BE49-F238E27FC236}">
                  <a16:creationId xmlns:a16="http://schemas.microsoft.com/office/drawing/2014/main" id="{B9250D5C-3062-EE4A-9B90-6029DE681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7" name="AutoShape 1000">
              <a:extLst>
                <a:ext uri="{FF2B5EF4-FFF2-40B4-BE49-F238E27FC236}">
                  <a16:creationId xmlns:a16="http://schemas.microsoft.com/office/drawing/2014/main" id="{2BB56E19-9992-DD49-ACD7-8C6AEBC23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8" name="Freeform 1001">
            <a:extLst>
              <a:ext uri="{FF2B5EF4-FFF2-40B4-BE49-F238E27FC236}">
                <a16:creationId xmlns:a16="http://schemas.microsoft.com/office/drawing/2014/main" id="{A69CF77E-ABA3-B84F-875C-D80AB379C5F8}"/>
              </a:ext>
            </a:extLst>
          </p:cNvPr>
          <p:cNvSpPr>
            <a:spLocks/>
          </p:cNvSpPr>
          <p:nvPr/>
        </p:nvSpPr>
        <p:spPr bwMode="auto">
          <a:xfrm>
            <a:off x="6909217" y="5943379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9" name="Group 1002">
            <a:extLst>
              <a:ext uri="{FF2B5EF4-FFF2-40B4-BE49-F238E27FC236}">
                <a16:creationId xmlns:a16="http://schemas.microsoft.com/office/drawing/2014/main" id="{1CA8411D-5C78-C147-8EFC-7EC1819D1D86}"/>
              </a:ext>
            </a:extLst>
          </p:cNvPr>
          <p:cNvGrpSpPr>
            <a:grpSpLocks/>
          </p:cNvGrpSpPr>
          <p:nvPr/>
        </p:nvGrpSpPr>
        <p:grpSpPr bwMode="auto">
          <a:xfrm>
            <a:off x="6843163" y="5939447"/>
            <a:ext cx="70024" cy="20243"/>
            <a:chOff x="614" y="2568"/>
            <a:chExt cx="725" cy="139"/>
          </a:xfrm>
        </p:grpSpPr>
        <p:sp>
          <p:nvSpPr>
            <p:cNvPr id="350" name="AutoShape 1003">
              <a:extLst>
                <a:ext uri="{FF2B5EF4-FFF2-40B4-BE49-F238E27FC236}">
                  <a16:creationId xmlns:a16="http://schemas.microsoft.com/office/drawing/2014/main" id="{FEDD15E7-3B9D-E24A-89A5-C6A2BBF1B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AutoShape 1004">
              <a:extLst>
                <a:ext uri="{FF2B5EF4-FFF2-40B4-BE49-F238E27FC236}">
                  <a16:creationId xmlns:a16="http://schemas.microsoft.com/office/drawing/2014/main" id="{58836C3A-B4C3-4D48-9606-C0558767C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2" name="Rectangle 1005">
            <a:extLst>
              <a:ext uri="{FF2B5EF4-FFF2-40B4-BE49-F238E27FC236}">
                <a16:creationId xmlns:a16="http://schemas.microsoft.com/office/drawing/2014/main" id="{EF6B2C42-9228-0D49-AF94-D00A27CE1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163" y="5808666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3" name="Freeform 1006">
            <a:extLst>
              <a:ext uri="{FF2B5EF4-FFF2-40B4-BE49-F238E27FC236}">
                <a16:creationId xmlns:a16="http://schemas.microsoft.com/office/drawing/2014/main" id="{E1DBDB08-0048-4640-B68E-AABB540E8B46}"/>
              </a:ext>
            </a:extLst>
          </p:cNvPr>
          <p:cNvSpPr>
            <a:spLocks/>
          </p:cNvSpPr>
          <p:nvPr/>
        </p:nvSpPr>
        <p:spPr bwMode="auto">
          <a:xfrm>
            <a:off x="6912104" y="5892844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4" name="Freeform 1007">
            <a:extLst>
              <a:ext uri="{FF2B5EF4-FFF2-40B4-BE49-F238E27FC236}">
                <a16:creationId xmlns:a16="http://schemas.microsoft.com/office/drawing/2014/main" id="{10818ED5-611B-BE44-B6C1-30B266CEA1B6}"/>
              </a:ext>
            </a:extLst>
          </p:cNvPr>
          <p:cNvSpPr>
            <a:spLocks/>
          </p:cNvSpPr>
          <p:nvPr/>
        </p:nvSpPr>
        <p:spPr bwMode="auto">
          <a:xfrm>
            <a:off x="6912465" y="5845221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5" name="Oval 1008">
            <a:extLst>
              <a:ext uri="{FF2B5EF4-FFF2-40B4-BE49-F238E27FC236}">
                <a16:creationId xmlns:a16="http://schemas.microsoft.com/office/drawing/2014/main" id="{16A2C556-5720-644B-96D5-68C8F9139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528" y="6126444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6" name="Freeform 1009">
            <a:extLst>
              <a:ext uri="{FF2B5EF4-FFF2-40B4-BE49-F238E27FC236}">
                <a16:creationId xmlns:a16="http://schemas.microsoft.com/office/drawing/2014/main" id="{81F56CD7-CAB5-334E-A95F-64FB75DC4553}"/>
              </a:ext>
            </a:extLst>
          </p:cNvPr>
          <p:cNvSpPr>
            <a:spLocks/>
          </p:cNvSpPr>
          <p:nvPr/>
        </p:nvSpPr>
        <p:spPr bwMode="auto">
          <a:xfrm>
            <a:off x="6910901" y="6126881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AutoShape 1010">
            <a:extLst>
              <a:ext uri="{FF2B5EF4-FFF2-40B4-BE49-F238E27FC236}">
                <a16:creationId xmlns:a16="http://schemas.microsoft.com/office/drawing/2014/main" id="{9F8EAFD5-1CA6-CE46-9869-959F521C7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094" y="6135765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AutoShape 1011">
            <a:extLst>
              <a:ext uri="{FF2B5EF4-FFF2-40B4-BE49-F238E27FC236}">
                <a16:creationId xmlns:a16="http://schemas.microsoft.com/office/drawing/2014/main" id="{0163BC00-3DB2-6A4C-81B7-BDDD352CF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516" y="6141444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9" name="Oval 1012">
            <a:extLst>
              <a:ext uri="{FF2B5EF4-FFF2-40B4-BE49-F238E27FC236}">
                <a16:creationId xmlns:a16="http://schemas.microsoft.com/office/drawing/2014/main" id="{518E4B31-0615-5549-A60A-E052516D2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427" y="6093093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Oval 1013">
            <a:extLst>
              <a:ext uri="{FF2B5EF4-FFF2-40B4-BE49-F238E27FC236}">
                <a16:creationId xmlns:a16="http://schemas.microsoft.com/office/drawing/2014/main" id="{7B5FBCCA-CCA9-DC4C-95E7-391208FF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084" y="6093093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4">
            <a:extLst>
              <a:ext uri="{FF2B5EF4-FFF2-40B4-BE49-F238E27FC236}">
                <a16:creationId xmlns:a16="http://schemas.microsoft.com/office/drawing/2014/main" id="{AFDC7FCB-2F1A-5042-A036-63ACAB3B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418" y="6093093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Rectangle 1015">
            <a:extLst>
              <a:ext uri="{FF2B5EF4-FFF2-40B4-BE49-F238E27FC236}">
                <a16:creationId xmlns:a16="http://schemas.microsoft.com/office/drawing/2014/main" id="{F727FFB7-BF01-1F46-9D9E-9D5E4DE8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627" y="6013722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3" name="Group 590">
            <a:extLst>
              <a:ext uri="{FF2B5EF4-FFF2-40B4-BE49-F238E27FC236}">
                <a16:creationId xmlns:a16="http://schemas.microsoft.com/office/drawing/2014/main" id="{74594D33-7B4A-9C4A-B427-0FAC6A3BF3C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27198" y="5453338"/>
            <a:ext cx="345630" cy="320302"/>
            <a:chOff x="2839" y="3501"/>
            <a:chExt cx="755" cy="803"/>
          </a:xfrm>
        </p:grpSpPr>
        <p:pic>
          <p:nvPicPr>
            <p:cNvPr id="364" name="Picture 591" descr="desktop_computer_stylized_medium">
              <a:extLst>
                <a:ext uri="{FF2B5EF4-FFF2-40B4-BE49-F238E27FC236}">
                  <a16:creationId xmlns:a16="http://schemas.microsoft.com/office/drawing/2014/main" id="{EFC7DF1D-1F60-234A-A19E-5E7FD8C6B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5" name="Freeform 592">
              <a:extLst>
                <a:ext uri="{FF2B5EF4-FFF2-40B4-BE49-F238E27FC236}">
                  <a16:creationId xmlns:a16="http://schemas.microsoft.com/office/drawing/2014/main" id="{DCD434F7-36BC-CB4D-8542-D58E08922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6" name="Group 652">
            <a:extLst>
              <a:ext uri="{FF2B5EF4-FFF2-40B4-BE49-F238E27FC236}">
                <a16:creationId xmlns:a16="http://schemas.microsoft.com/office/drawing/2014/main" id="{FE0749AD-B5F9-0B4F-9912-0D138E68C612}"/>
              </a:ext>
            </a:extLst>
          </p:cNvPr>
          <p:cNvGrpSpPr>
            <a:grpSpLocks/>
          </p:cNvGrpSpPr>
          <p:nvPr/>
        </p:nvGrpSpPr>
        <p:grpSpPr bwMode="auto">
          <a:xfrm>
            <a:off x="4712859" y="2375563"/>
            <a:ext cx="397547" cy="306949"/>
            <a:chOff x="2751" y="1851"/>
            <a:chExt cx="462" cy="478"/>
          </a:xfrm>
        </p:grpSpPr>
        <p:pic>
          <p:nvPicPr>
            <p:cNvPr id="367" name="Picture 653" descr="iphone_stylized_small">
              <a:extLst>
                <a:ext uri="{FF2B5EF4-FFF2-40B4-BE49-F238E27FC236}">
                  <a16:creationId xmlns:a16="http://schemas.microsoft.com/office/drawing/2014/main" id="{55DC35A9-5D7B-2344-9544-595A59DF0F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" name="Picture 654" descr="antenna_radiation_stylized">
              <a:extLst>
                <a:ext uri="{FF2B5EF4-FFF2-40B4-BE49-F238E27FC236}">
                  <a16:creationId xmlns:a16="http://schemas.microsoft.com/office/drawing/2014/main" id="{648D4CBC-C6CE-E948-BFBC-2B4E4C0F5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9" name="Group 950">
            <a:extLst>
              <a:ext uri="{FF2B5EF4-FFF2-40B4-BE49-F238E27FC236}">
                <a16:creationId xmlns:a16="http://schemas.microsoft.com/office/drawing/2014/main" id="{B9157F43-8D3E-934B-B098-8C13D287B646}"/>
              </a:ext>
            </a:extLst>
          </p:cNvPr>
          <p:cNvGrpSpPr>
            <a:grpSpLocks/>
          </p:cNvGrpSpPr>
          <p:nvPr/>
        </p:nvGrpSpPr>
        <p:grpSpPr bwMode="auto">
          <a:xfrm>
            <a:off x="7007207" y="5446229"/>
            <a:ext cx="177192" cy="330833"/>
            <a:chOff x="4140" y="429"/>
            <a:chExt cx="1425" cy="2396"/>
          </a:xfrm>
        </p:grpSpPr>
        <p:sp>
          <p:nvSpPr>
            <p:cNvPr id="370" name="Freeform 951">
              <a:extLst>
                <a:ext uri="{FF2B5EF4-FFF2-40B4-BE49-F238E27FC236}">
                  <a16:creationId xmlns:a16="http://schemas.microsoft.com/office/drawing/2014/main" id="{3CC165E8-5808-4C4C-842B-6B64BF1A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1" name="Rectangle 952">
              <a:extLst>
                <a:ext uri="{FF2B5EF4-FFF2-40B4-BE49-F238E27FC236}">
                  <a16:creationId xmlns:a16="http://schemas.microsoft.com/office/drawing/2014/main" id="{E42B5865-4EED-7747-8C9D-6AF96C4BE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2" name="Freeform 953">
              <a:extLst>
                <a:ext uri="{FF2B5EF4-FFF2-40B4-BE49-F238E27FC236}">
                  <a16:creationId xmlns:a16="http://schemas.microsoft.com/office/drawing/2014/main" id="{04C657EA-0E1D-CD4C-998E-C6698B250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954">
              <a:extLst>
                <a:ext uri="{FF2B5EF4-FFF2-40B4-BE49-F238E27FC236}">
                  <a16:creationId xmlns:a16="http://schemas.microsoft.com/office/drawing/2014/main" id="{0081EC2A-ED17-E940-B30C-FD018D24D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Rectangle 955">
              <a:extLst>
                <a:ext uri="{FF2B5EF4-FFF2-40B4-BE49-F238E27FC236}">
                  <a16:creationId xmlns:a16="http://schemas.microsoft.com/office/drawing/2014/main" id="{285ED3E6-1C62-0C4F-8C1E-757D2B96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5" name="Group 956">
              <a:extLst>
                <a:ext uri="{FF2B5EF4-FFF2-40B4-BE49-F238E27FC236}">
                  <a16:creationId xmlns:a16="http://schemas.microsoft.com/office/drawing/2014/main" id="{AEC0E1CB-799C-584B-AA17-E6ED390A5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0" name="AutoShape 957">
                <a:extLst>
                  <a:ext uri="{FF2B5EF4-FFF2-40B4-BE49-F238E27FC236}">
                    <a16:creationId xmlns:a16="http://schemas.microsoft.com/office/drawing/2014/main" id="{BFD6BC96-6DD7-8249-971E-7A6431DE5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58">
                <a:extLst>
                  <a:ext uri="{FF2B5EF4-FFF2-40B4-BE49-F238E27FC236}">
                    <a16:creationId xmlns:a16="http://schemas.microsoft.com/office/drawing/2014/main" id="{7136BF1A-5BDD-EE4E-8563-E53448E3C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6" name="Rectangle 959">
              <a:extLst>
                <a:ext uri="{FF2B5EF4-FFF2-40B4-BE49-F238E27FC236}">
                  <a16:creationId xmlns:a16="http://schemas.microsoft.com/office/drawing/2014/main" id="{8245B411-036D-D243-A29A-6C8A24D9E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60">
              <a:extLst>
                <a:ext uri="{FF2B5EF4-FFF2-40B4-BE49-F238E27FC236}">
                  <a16:creationId xmlns:a16="http://schemas.microsoft.com/office/drawing/2014/main" id="{998BFA06-D769-2B45-967D-20B6DF4E68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8" name="AutoShape 961">
                <a:extLst>
                  <a:ext uri="{FF2B5EF4-FFF2-40B4-BE49-F238E27FC236}">
                    <a16:creationId xmlns:a16="http://schemas.microsoft.com/office/drawing/2014/main" id="{B41A50C2-84FC-9D47-B6C0-F75D2EEA3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2">
                <a:extLst>
                  <a:ext uri="{FF2B5EF4-FFF2-40B4-BE49-F238E27FC236}">
                    <a16:creationId xmlns:a16="http://schemas.microsoft.com/office/drawing/2014/main" id="{162FEE75-60EF-ED4B-8F62-43CC9E2BA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63">
              <a:extLst>
                <a:ext uri="{FF2B5EF4-FFF2-40B4-BE49-F238E27FC236}">
                  <a16:creationId xmlns:a16="http://schemas.microsoft.com/office/drawing/2014/main" id="{45210630-A956-A643-BA83-8B3AC84A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9" name="Rectangle 964">
              <a:extLst>
                <a:ext uri="{FF2B5EF4-FFF2-40B4-BE49-F238E27FC236}">
                  <a16:creationId xmlns:a16="http://schemas.microsoft.com/office/drawing/2014/main" id="{EA864705-E6F3-0149-9FB8-F2D651001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0" name="Group 965">
              <a:extLst>
                <a:ext uri="{FF2B5EF4-FFF2-40B4-BE49-F238E27FC236}">
                  <a16:creationId xmlns:a16="http://schemas.microsoft.com/office/drawing/2014/main" id="{5FA6E92E-3F4C-B34B-8A73-73A726321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6" name="AutoShape 966">
                <a:extLst>
                  <a:ext uri="{FF2B5EF4-FFF2-40B4-BE49-F238E27FC236}">
                    <a16:creationId xmlns:a16="http://schemas.microsoft.com/office/drawing/2014/main" id="{A6336F1E-6BE8-B445-9185-62BF81738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67">
                <a:extLst>
                  <a:ext uri="{FF2B5EF4-FFF2-40B4-BE49-F238E27FC236}">
                    <a16:creationId xmlns:a16="http://schemas.microsoft.com/office/drawing/2014/main" id="{BCC9FB72-268F-8647-9D4C-FA7C9DF58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1" name="Freeform 968">
              <a:extLst>
                <a:ext uri="{FF2B5EF4-FFF2-40B4-BE49-F238E27FC236}">
                  <a16:creationId xmlns:a16="http://schemas.microsoft.com/office/drawing/2014/main" id="{E4BA31FD-CC32-B04B-A952-BB07796E5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2" name="Group 969">
              <a:extLst>
                <a:ext uri="{FF2B5EF4-FFF2-40B4-BE49-F238E27FC236}">
                  <a16:creationId xmlns:a16="http://schemas.microsoft.com/office/drawing/2014/main" id="{31CF1811-4A2F-6440-8069-87CF0C232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4" name="AutoShape 970">
                <a:extLst>
                  <a:ext uri="{FF2B5EF4-FFF2-40B4-BE49-F238E27FC236}">
                    <a16:creationId xmlns:a16="http://schemas.microsoft.com/office/drawing/2014/main" id="{5317896D-09DC-D14B-8A55-9B7FAC0FB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5" name="AutoShape 971">
                <a:extLst>
                  <a:ext uri="{FF2B5EF4-FFF2-40B4-BE49-F238E27FC236}">
                    <a16:creationId xmlns:a16="http://schemas.microsoft.com/office/drawing/2014/main" id="{4C39BD1C-93C0-4A4A-A896-BA5A0DA18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Rectangle 972">
              <a:extLst>
                <a:ext uri="{FF2B5EF4-FFF2-40B4-BE49-F238E27FC236}">
                  <a16:creationId xmlns:a16="http://schemas.microsoft.com/office/drawing/2014/main" id="{C407462A-F1F1-8147-8BCF-ABE45E4DF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Freeform 973">
              <a:extLst>
                <a:ext uri="{FF2B5EF4-FFF2-40B4-BE49-F238E27FC236}">
                  <a16:creationId xmlns:a16="http://schemas.microsoft.com/office/drawing/2014/main" id="{9CC74385-D63E-3D48-9561-40BDDCB29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5" name="Freeform 974">
              <a:extLst>
                <a:ext uri="{FF2B5EF4-FFF2-40B4-BE49-F238E27FC236}">
                  <a16:creationId xmlns:a16="http://schemas.microsoft.com/office/drawing/2014/main" id="{BE3EC3AB-107D-0246-A7B3-BB9AAAAE2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6" name="Oval 975">
              <a:extLst>
                <a:ext uri="{FF2B5EF4-FFF2-40B4-BE49-F238E27FC236}">
                  <a16:creationId xmlns:a16="http://schemas.microsoft.com/office/drawing/2014/main" id="{D5CE143B-6BEE-164A-8AF2-550324389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7" name="Freeform 976">
              <a:extLst>
                <a:ext uri="{FF2B5EF4-FFF2-40B4-BE49-F238E27FC236}">
                  <a16:creationId xmlns:a16="http://schemas.microsoft.com/office/drawing/2014/main" id="{EADD20C0-41F8-1048-B5B0-3DFEAAD82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AutoShape 977">
              <a:extLst>
                <a:ext uri="{FF2B5EF4-FFF2-40B4-BE49-F238E27FC236}">
                  <a16:creationId xmlns:a16="http://schemas.microsoft.com/office/drawing/2014/main" id="{ECF1DC30-C215-FE45-B385-194BBD2D2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AutoShape 978">
              <a:extLst>
                <a:ext uri="{FF2B5EF4-FFF2-40B4-BE49-F238E27FC236}">
                  <a16:creationId xmlns:a16="http://schemas.microsoft.com/office/drawing/2014/main" id="{03A3B6DC-8081-054C-BE2C-B7B161B15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0" name="Oval 979">
              <a:extLst>
                <a:ext uri="{FF2B5EF4-FFF2-40B4-BE49-F238E27FC236}">
                  <a16:creationId xmlns:a16="http://schemas.microsoft.com/office/drawing/2014/main" id="{D0F88E4B-F42F-334A-8BFA-E3A20C22B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Oval 980">
              <a:extLst>
                <a:ext uri="{FF2B5EF4-FFF2-40B4-BE49-F238E27FC236}">
                  <a16:creationId xmlns:a16="http://schemas.microsoft.com/office/drawing/2014/main" id="{9B2E4BDA-3866-F94F-ABE0-15F24D717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81">
              <a:extLst>
                <a:ext uri="{FF2B5EF4-FFF2-40B4-BE49-F238E27FC236}">
                  <a16:creationId xmlns:a16="http://schemas.microsoft.com/office/drawing/2014/main" id="{56DB147D-629E-9046-BAA3-982B5C6AD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Rectangle 982">
              <a:extLst>
                <a:ext uri="{FF2B5EF4-FFF2-40B4-BE49-F238E27FC236}">
                  <a16:creationId xmlns:a16="http://schemas.microsoft.com/office/drawing/2014/main" id="{593005B5-9EA3-BC40-ADCD-6E476DA3F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22" name="Group 950">
            <a:extLst>
              <a:ext uri="{FF2B5EF4-FFF2-40B4-BE49-F238E27FC236}">
                <a16:creationId xmlns:a16="http://schemas.microsoft.com/office/drawing/2014/main" id="{2C88078D-8080-EA45-BE11-6937F08FD107}"/>
              </a:ext>
            </a:extLst>
          </p:cNvPr>
          <p:cNvGrpSpPr>
            <a:grpSpLocks/>
          </p:cNvGrpSpPr>
          <p:nvPr/>
        </p:nvGrpSpPr>
        <p:grpSpPr bwMode="auto">
          <a:xfrm>
            <a:off x="6755725" y="5788678"/>
            <a:ext cx="214974" cy="403920"/>
            <a:chOff x="4140" y="429"/>
            <a:chExt cx="1425" cy="2396"/>
          </a:xfrm>
        </p:grpSpPr>
        <p:sp>
          <p:nvSpPr>
            <p:cNvPr id="423" name="Freeform 951">
              <a:extLst>
                <a:ext uri="{FF2B5EF4-FFF2-40B4-BE49-F238E27FC236}">
                  <a16:creationId xmlns:a16="http://schemas.microsoft.com/office/drawing/2014/main" id="{E22BAF54-8ABB-A64A-A3BC-EFCC80AF0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4" name="Rectangle 952">
              <a:extLst>
                <a:ext uri="{FF2B5EF4-FFF2-40B4-BE49-F238E27FC236}">
                  <a16:creationId xmlns:a16="http://schemas.microsoft.com/office/drawing/2014/main" id="{70CEEF7E-1A13-4C4F-9A8B-26C638463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5" name="Freeform 953">
              <a:extLst>
                <a:ext uri="{FF2B5EF4-FFF2-40B4-BE49-F238E27FC236}">
                  <a16:creationId xmlns:a16="http://schemas.microsoft.com/office/drawing/2014/main" id="{5E7A472A-D60E-EA43-9EEA-9C9881276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Freeform 954">
              <a:extLst>
                <a:ext uri="{FF2B5EF4-FFF2-40B4-BE49-F238E27FC236}">
                  <a16:creationId xmlns:a16="http://schemas.microsoft.com/office/drawing/2014/main" id="{0B728029-E4DD-C649-8B6F-020F1D45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" name="Rectangle 955">
              <a:extLst>
                <a:ext uri="{FF2B5EF4-FFF2-40B4-BE49-F238E27FC236}">
                  <a16:creationId xmlns:a16="http://schemas.microsoft.com/office/drawing/2014/main" id="{7AB8509C-DB39-0742-A0FA-D25DAC3D8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28" name="Group 956">
              <a:extLst>
                <a:ext uri="{FF2B5EF4-FFF2-40B4-BE49-F238E27FC236}">
                  <a16:creationId xmlns:a16="http://schemas.microsoft.com/office/drawing/2014/main" id="{80F51709-BB01-1846-B67C-CE4ECE808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3" name="AutoShape 957">
                <a:extLst>
                  <a:ext uri="{FF2B5EF4-FFF2-40B4-BE49-F238E27FC236}">
                    <a16:creationId xmlns:a16="http://schemas.microsoft.com/office/drawing/2014/main" id="{E2BD17DD-EF15-A24D-931E-D245AB96F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58">
                <a:extLst>
                  <a:ext uri="{FF2B5EF4-FFF2-40B4-BE49-F238E27FC236}">
                    <a16:creationId xmlns:a16="http://schemas.microsoft.com/office/drawing/2014/main" id="{6AF84E87-0716-E94B-B53E-6D18A0B37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9" name="Rectangle 959">
              <a:extLst>
                <a:ext uri="{FF2B5EF4-FFF2-40B4-BE49-F238E27FC236}">
                  <a16:creationId xmlns:a16="http://schemas.microsoft.com/office/drawing/2014/main" id="{95BF9831-579A-FF41-8D72-2BCCAAF12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60">
              <a:extLst>
                <a:ext uri="{FF2B5EF4-FFF2-40B4-BE49-F238E27FC236}">
                  <a16:creationId xmlns:a16="http://schemas.microsoft.com/office/drawing/2014/main" id="{E1AF8D4B-B5CD-0146-92AA-CEAC352EF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1" name="AutoShape 961">
                <a:extLst>
                  <a:ext uri="{FF2B5EF4-FFF2-40B4-BE49-F238E27FC236}">
                    <a16:creationId xmlns:a16="http://schemas.microsoft.com/office/drawing/2014/main" id="{6DD6AD4F-E915-AE4B-8BA8-798ED2FC2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2">
                <a:extLst>
                  <a:ext uri="{FF2B5EF4-FFF2-40B4-BE49-F238E27FC236}">
                    <a16:creationId xmlns:a16="http://schemas.microsoft.com/office/drawing/2014/main" id="{37494D8C-E2F6-0D47-A148-7B8E9D83E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63">
              <a:extLst>
                <a:ext uri="{FF2B5EF4-FFF2-40B4-BE49-F238E27FC236}">
                  <a16:creationId xmlns:a16="http://schemas.microsoft.com/office/drawing/2014/main" id="{63841D79-6444-EB42-A0E7-87B52BF56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Rectangle 964">
              <a:extLst>
                <a:ext uri="{FF2B5EF4-FFF2-40B4-BE49-F238E27FC236}">
                  <a16:creationId xmlns:a16="http://schemas.microsoft.com/office/drawing/2014/main" id="{DF0659B3-21D4-D44C-9B15-1179D0B85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3" name="Group 965">
              <a:extLst>
                <a:ext uri="{FF2B5EF4-FFF2-40B4-BE49-F238E27FC236}">
                  <a16:creationId xmlns:a16="http://schemas.microsoft.com/office/drawing/2014/main" id="{40E0CB97-B718-1840-9DBF-01D8A8A10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9" name="AutoShape 966">
                <a:extLst>
                  <a:ext uri="{FF2B5EF4-FFF2-40B4-BE49-F238E27FC236}">
                    <a16:creationId xmlns:a16="http://schemas.microsoft.com/office/drawing/2014/main" id="{13184E4A-912C-0042-9B50-7801628E1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67">
                <a:extLst>
                  <a:ext uri="{FF2B5EF4-FFF2-40B4-BE49-F238E27FC236}">
                    <a16:creationId xmlns:a16="http://schemas.microsoft.com/office/drawing/2014/main" id="{EC497607-7A68-3442-8889-DC5379D46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4" name="Freeform 968">
              <a:extLst>
                <a:ext uri="{FF2B5EF4-FFF2-40B4-BE49-F238E27FC236}">
                  <a16:creationId xmlns:a16="http://schemas.microsoft.com/office/drawing/2014/main" id="{052CE7AF-A97E-A341-AFD5-C7FAE94F4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5" name="Group 969">
              <a:extLst>
                <a:ext uri="{FF2B5EF4-FFF2-40B4-BE49-F238E27FC236}">
                  <a16:creationId xmlns:a16="http://schemas.microsoft.com/office/drawing/2014/main" id="{EE384ACB-D1B7-8947-A46E-908F4C274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7" name="AutoShape 970">
                <a:extLst>
                  <a:ext uri="{FF2B5EF4-FFF2-40B4-BE49-F238E27FC236}">
                    <a16:creationId xmlns:a16="http://schemas.microsoft.com/office/drawing/2014/main" id="{E31703BD-0E29-4342-866F-C1BACFF6A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48" name="AutoShape 971">
                <a:extLst>
                  <a:ext uri="{FF2B5EF4-FFF2-40B4-BE49-F238E27FC236}">
                    <a16:creationId xmlns:a16="http://schemas.microsoft.com/office/drawing/2014/main" id="{EEA60274-2682-3A48-9AE3-69FF0DCF1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Rectangle 972">
              <a:extLst>
                <a:ext uri="{FF2B5EF4-FFF2-40B4-BE49-F238E27FC236}">
                  <a16:creationId xmlns:a16="http://schemas.microsoft.com/office/drawing/2014/main" id="{967A71FE-66B2-954A-9379-E42B8F089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7" name="Freeform 973">
              <a:extLst>
                <a:ext uri="{FF2B5EF4-FFF2-40B4-BE49-F238E27FC236}">
                  <a16:creationId xmlns:a16="http://schemas.microsoft.com/office/drawing/2014/main" id="{6FB307DE-995F-3B4C-A113-98D658214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" name="Freeform 974">
              <a:extLst>
                <a:ext uri="{FF2B5EF4-FFF2-40B4-BE49-F238E27FC236}">
                  <a16:creationId xmlns:a16="http://schemas.microsoft.com/office/drawing/2014/main" id="{90D5EB6A-3270-FA40-8319-F741130BA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" name="Oval 975">
              <a:extLst>
                <a:ext uri="{FF2B5EF4-FFF2-40B4-BE49-F238E27FC236}">
                  <a16:creationId xmlns:a16="http://schemas.microsoft.com/office/drawing/2014/main" id="{77280D7B-B4B9-A843-AC20-94979FDF9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0" name="Freeform 976">
              <a:extLst>
                <a:ext uri="{FF2B5EF4-FFF2-40B4-BE49-F238E27FC236}">
                  <a16:creationId xmlns:a16="http://schemas.microsoft.com/office/drawing/2014/main" id="{80A419D8-1581-3A46-8EBA-577601241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AutoShape 977">
              <a:extLst>
                <a:ext uri="{FF2B5EF4-FFF2-40B4-BE49-F238E27FC236}">
                  <a16:creationId xmlns:a16="http://schemas.microsoft.com/office/drawing/2014/main" id="{EED639F0-33CC-254D-99A1-DD0352271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AutoShape 978">
              <a:extLst>
                <a:ext uri="{FF2B5EF4-FFF2-40B4-BE49-F238E27FC236}">
                  <a16:creationId xmlns:a16="http://schemas.microsoft.com/office/drawing/2014/main" id="{522FF7C6-4EA8-7D47-B430-79E5E0576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3" name="Oval 979">
              <a:extLst>
                <a:ext uri="{FF2B5EF4-FFF2-40B4-BE49-F238E27FC236}">
                  <a16:creationId xmlns:a16="http://schemas.microsoft.com/office/drawing/2014/main" id="{242F954B-88E5-B048-98E9-40F0D761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Oval 980">
              <a:extLst>
                <a:ext uri="{FF2B5EF4-FFF2-40B4-BE49-F238E27FC236}">
                  <a16:creationId xmlns:a16="http://schemas.microsoft.com/office/drawing/2014/main" id="{A6EF718B-8D3A-514F-B044-003F6C634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81">
              <a:extLst>
                <a:ext uri="{FF2B5EF4-FFF2-40B4-BE49-F238E27FC236}">
                  <a16:creationId xmlns:a16="http://schemas.microsoft.com/office/drawing/2014/main" id="{813F1E73-B64A-F54B-8A38-E17C7DD8A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Rectangle 982">
              <a:extLst>
                <a:ext uri="{FF2B5EF4-FFF2-40B4-BE49-F238E27FC236}">
                  <a16:creationId xmlns:a16="http://schemas.microsoft.com/office/drawing/2014/main" id="{1857FA82-EB0A-EE41-839B-BECD0ED39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91BE906-E595-B649-963F-9A97A62BC9DB}"/>
              </a:ext>
            </a:extLst>
          </p:cNvPr>
          <p:cNvGrpSpPr/>
          <p:nvPr/>
        </p:nvGrpSpPr>
        <p:grpSpPr>
          <a:xfrm>
            <a:off x="5852005" y="4128902"/>
            <a:ext cx="367224" cy="240304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D1AFE997-42EF-E448-84B8-2664DED57AD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3B88C418-A94C-D74A-A8F4-7D50E4559A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91C76761-D3F7-8F49-B804-7516AA435A6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D0D84ED2-8EEB-A14E-9D0D-A8D7EE1C2B8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83F7D618-DF6E-CD4E-ABFD-7248C8AFF7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5BA0C0F4-859C-2948-A8E4-EC63C482D2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1870235E-870D-8C4E-B97F-5CC2B2BDFC9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84C8D354-1A5C-954E-A9BC-AE2AE525994E}"/>
              </a:ext>
            </a:extLst>
          </p:cNvPr>
          <p:cNvGrpSpPr/>
          <p:nvPr/>
        </p:nvGrpSpPr>
        <p:grpSpPr>
          <a:xfrm>
            <a:off x="6354771" y="4172041"/>
            <a:ext cx="367224" cy="240304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A346C2E2-A35A-F443-958E-38A56CF069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35A632E8-91D7-9F48-A5E8-DD6E26B4165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013B46E4-7B99-B94B-BFDA-24FAEED73CA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173B8FAB-A8E5-6B4A-A08D-F3609F6771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7B9814D-5838-D941-8349-97C5392D74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60AAD9FD-2FFA-9D46-AD4B-D81718FB65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EF273E9D-EC6B-5F40-9E84-0AFD9D1856B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A683812E-0AC0-DF46-919D-742D7417E9F1}"/>
              </a:ext>
            </a:extLst>
          </p:cNvPr>
          <p:cNvGrpSpPr/>
          <p:nvPr/>
        </p:nvGrpSpPr>
        <p:grpSpPr>
          <a:xfrm>
            <a:off x="4803287" y="4138272"/>
            <a:ext cx="354986" cy="17566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78234E6D-A63E-BA4F-AB1C-0085126905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749AC48C-EAAA-E742-BD1E-509EBB5A281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A273955-F11B-084E-8F81-A93F1595AC7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242F04B4-366A-F644-842F-AAD4C93201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2D06F4AF-B529-BF4C-8F2B-2D2E3E98C9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D6BC977-8A89-AE40-9EE6-A2C4F381502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956D2CE5-06D6-0348-AF0E-BFA9ECC42A7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B788976E-B4F1-384B-A7A5-32372906D00D}"/>
              </a:ext>
            </a:extLst>
          </p:cNvPr>
          <p:cNvGrpSpPr/>
          <p:nvPr/>
        </p:nvGrpSpPr>
        <p:grpSpPr>
          <a:xfrm>
            <a:off x="6001110" y="4947964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1AA9D7DD-752B-F742-BA8C-19673D63B7A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E57116AD-D7A8-9742-8FF8-5F16024E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9D4F74D2-3ECC-9448-9FB1-370E53F597D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DA4212DD-88D6-7144-996D-1684D0998D1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7D3B1847-2991-9F42-8243-C6C82AEA3F6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075D91F-CEB2-A34B-8E7B-6DBE88D0C73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5C69D097-E5DF-C94F-87A0-A366128EA06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D081AC14-E61F-9E44-B9F8-7F976FEE2854}"/>
              </a:ext>
            </a:extLst>
          </p:cNvPr>
          <p:cNvGrpSpPr/>
          <p:nvPr/>
        </p:nvGrpSpPr>
        <p:grpSpPr>
          <a:xfrm>
            <a:off x="6536775" y="5162261"/>
            <a:ext cx="393760" cy="218578"/>
            <a:chOff x="7493876" y="2774731"/>
            <a:chExt cx="1481958" cy="894622"/>
          </a:xfrm>
        </p:grpSpPr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8CFF86F6-B0FC-A942-8AA0-479DD7032B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76EA3A87-473B-0945-A9E0-675B91F33B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A978F236-5E3C-C24D-80B9-169B5FBD8D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2" name="Freeform 531">
                <a:extLst>
                  <a:ext uri="{FF2B5EF4-FFF2-40B4-BE49-F238E27FC236}">
                    <a16:creationId xmlns:a16="http://schemas.microsoft.com/office/drawing/2014/main" id="{5AE9D058-8EAC-6240-91FD-FADF0E063E8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64699900-9D57-A84A-826E-F26640FBBDD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CE596508-3EA9-044A-9250-9CF5986DB6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3386E1BB-0341-A641-BA42-64120BFBC2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8" name="Group 577">
            <a:extLst>
              <a:ext uri="{FF2B5EF4-FFF2-40B4-BE49-F238E27FC236}">
                <a16:creationId xmlns:a16="http://schemas.microsoft.com/office/drawing/2014/main" id="{57AEC85C-1991-7940-9A8F-0D0CDF4B6544}"/>
              </a:ext>
            </a:extLst>
          </p:cNvPr>
          <p:cNvGrpSpPr/>
          <p:nvPr/>
        </p:nvGrpSpPr>
        <p:grpSpPr>
          <a:xfrm>
            <a:off x="5534723" y="1952089"/>
            <a:ext cx="271847" cy="453062"/>
            <a:chOff x="5534723" y="1952089"/>
            <a:chExt cx="271847" cy="453062"/>
          </a:xfrm>
        </p:grpSpPr>
        <p:pic>
          <p:nvPicPr>
            <p:cNvPr id="559" name="Picture 799" descr="cell_tower_radiation copy">
              <a:extLst>
                <a:ext uri="{FF2B5EF4-FFF2-40B4-BE49-F238E27FC236}">
                  <a16:creationId xmlns:a16="http://schemas.microsoft.com/office/drawing/2014/main" id="{3F17F723-A2BC-DC40-9A0B-16CD300122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4723" y="1952089"/>
              <a:ext cx="271847" cy="19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0" name="Oval 800">
              <a:extLst>
                <a:ext uri="{FF2B5EF4-FFF2-40B4-BE49-F238E27FC236}">
                  <a16:creationId xmlns:a16="http://schemas.microsoft.com/office/drawing/2014/main" id="{D6F0F4E1-A81F-DC4E-B7E6-97557A443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0100" y="2023483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561" name="Group 783">
              <a:extLst>
                <a:ext uri="{FF2B5EF4-FFF2-40B4-BE49-F238E27FC236}">
                  <a16:creationId xmlns:a16="http://schemas.microsoft.com/office/drawing/2014/main" id="{9B66B698-3415-CF42-8A8F-02FDBA2936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338" y="2043663"/>
              <a:ext cx="212313" cy="361488"/>
              <a:chOff x="3130" y="3288"/>
              <a:chExt cx="410" cy="742"/>
            </a:xfrm>
          </p:grpSpPr>
          <p:sp>
            <p:nvSpPr>
              <p:cNvPr id="562" name="Line 270">
                <a:extLst>
                  <a:ext uri="{FF2B5EF4-FFF2-40B4-BE49-F238E27FC236}">
                    <a16:creationId xmlns:a16="http://schemas.microsoft.com/office/drawing/2014/main" id="{700D5CC3-7206-9E40-A909-F0D2077AE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3" name="Line 271">
                <a:extLst>
                  <a:ext uri="{FF2B5EF4-FFF2-40B4-BE49-F238E27FC236}">
                    <a16:creationId xmlns:a16="http://schemas.microsoft.com/office/drawing/2014/main" id="{59C5EEBB-46AE-254B-BFFB-E8ACDC122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4" name="Line 272">
                <a:extLst>
                  <a:ext uri="{FF2B5EF4-FFF2-40B4-BE49-F238E27FC236}">
                    <a16:creationId xmlns:a16="http://schemas.microsoft.com/office/drawing/2014/main" id="{1BEA6BE2-D756-9F49-84EC-1CFC3F7EE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5" name="Line 273">
                <a:extLst>
                  <a:ext uri="{FF2B5EF4-FFF2-40B4-BE49-F238E27FC236}">
                    <a16:creationId xmlns:a16="http://schemas.microsoft.com/office/drawing/2014/main" id="{2BB20B75-D078-B349-8ED7-7EF5DDEF7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6" name="Line 274">
                <a:extLst>
                  <a:ext uri="{FF2B5EF4-FFF2-40B4-BE49-F238E27FC236}">
                    <a16:creationId xmlns:a16="http://schemas.microsoft.com/office/drawing/2014/main" id="{19E9C506-6CA3-3D47-AB74-FE28012B6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7" name="Line 275">
                <a:extLst>
                  <a:ext uri="{FF2B5EF4-FFF2-40B4-BE49-F238E27FC236}">
                    <a16:creationId xmlns:a16="http://schemas.microsoft.com/office/drawing/2014/main" id="{3BBD9872-E013-FA41-8F0D-2D4472744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8" name="Line 276">
                <a:extLst>
                  <a:ext uri="{FF2B5EF4-FFF2-40B4-BE49-F238E27FC236}">
                    <a16:creationId xmlns:a16="http://schemas.microsoft.com/office/drawing/2014/main" id="{88CBA91B-9E00-C345-A11D-1E2387A09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9" name="Line 277">
                <a:extLst>
                  <a:ext uri="{FF2B5EF4-FFF2-40B4-BE49-F238E27FC236}">
                    <a16:creationId xmlns:a16="http://schemas.microsoft.com/office/drawing/2014/main" id="{F90F97E0-7168-3641-9DDD-F7A2DFBDF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0" name="Line 278">
                <a:extLst>
                  <a:ext uri="{FF2B5EF4-FFF2-40B4-BE49-F238E27FC236}">
                    <a16:creationId xmlns:a16="http://schemas.microsoft.com/office/drawing/2014/main" id="{C1D7EEAB-C106-2D43-BBA4-9AD86682C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1" name="Line 279">
                <a:extLst>
                  <a:ext uri="{FF2B5EF4-FFF2-40B4-BE49-F238E27FC236}">
                    <a16:creationId xmlns:a16="http://schemas.microsoft.com/office/drawing/2014/main" id="{03E18F7D-E69E-5448-9B09-7AB42BD5A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2" name="Line 280">
                <a:extLst>
                  <a:ext uri="{FF2B5EF4-FFF2-40B4-BE49-F238E27FC236}">
                    <a16:creationId xmlns:a16="http://schemas.microsoft.com/office/drawing/2014/main" id="{707D5AB0-6A34-7D47-9B19-3397A45D6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3" name="Line 281">
                <a:extLst>
                  <a:ext uri="{FF2B5EF4-FFF2-40B4-BE49-F238E27FC236}">
                    <a16:creationId xmlns:a16="http://schemas.microsoft.com/office/drawing/2014/main" id="{2581D4F7-8F7E-DA44-AFE0-233B0F60F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4" name="Line 282">
                <a:extLst>
                  <a:ext uri="{FF2B5EF4-FFF2-40B4-BE49-F238E27FC236}">
                    <a16:creationId xmlns:a16="http://schemas.microsoft.com/office/drawing/2014/main" id="{4ADDAED8-7572-5047-B7DF-F1DE9A6D9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5" name="Line 283">
                <a:extLst>
                  <a:ext uri="{FF2B5EF4-FFF2-40B4-BE49-F238E27FC236}">
                    <a16:creationId xmlns:a16="http://schemas.microsoft.com/office/drawing/2014/main" id="{35DFAF00-264C-1547-9649-2EC6EE4AE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6" name="Line 284">
                <a:extLst>
                  <a:ext uri="{FF2B5EF4-FFF2-40B4-BE49-F238E27FC236}">
                    <a16:creationId xmlns:a16="http://schemas.microsoft.com/office/drawing/2014/main" id="{5348AD96-74AD-704F-A303-E65C2057B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77" name="Line 426">
            <a:extLst>
              <a:ext uri="{FF2B5EF4-FFF2-40B4-BE49-F238E27FC236}">
                <a16:creationId xmlns:a16="http://schemas.microsoft.com/office/drawing/2014/main" id="{BF64B646-34AE-3F47-95B6-A1BDCCB189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0211" y="2869913"/>
            <a:ext cx="97012" cy="1068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D8897C93-CE5C-284B-AD0D-3ACB740CAB05}"/>
              </a:ext>
            </a:extLst>
          </p:cNvPr>
          <p:cNvGrpSpPr/>
          <p:nvPr/>
        </p:nvGrpSpPr>
        <p:grpSpPr>
          <a:xfrm>
            <a:off x="4625461" y="1922978"/>
            <a:ext cx="271847" cy="453062"/>
            <a:chOff x="5534723" y="1952089"/>
            <a:chExt cx="271847" cy="453062"/>
          </a:xfrm>
        </p:grpSpPr>
        <p:pic>
          <p:nvPicPr>
            <p:cNvPr id="580" name="Picture 799" descr="cell_tower_radiation copy">
              <a:extLst>
                <a:ext uri="{FF2B5EF4-FFF2-40B4-BE49-F238E27FC236}">
                  <a16:creationId xmlns:a16="http://schemas.microsoft.com/office/drawing/2014/main" id="{B429B08B-6BE1-084C-8BB8-F2510FA3D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4723" y="1952089"/>
              <a:ext cx="271847" cy="19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1" name="Oval 800">
              <a:extLst>
                <a:ext uri="{FF2B5EF4-FFF2-40B4-BE49-F238E27FC236}">
                  <a16:creationId xmlns:a16="http://schemas.microsoft.com/office/drawing/2014/main" id="{3A4B4EED-361B-9F4F-8219-5A695C2E3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0100" y="2023483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582" name="Group 783">
              <a:extLst>
                <a:ext uri="{FF2B5EF4-FFF2-40B4-BE49-F238E27FC236}">
                  <a16:creationId xmlns:a16="http://schemas.microsoft.com/office/drawing/2014/main" id="{B14C8683-1EBE-F245-91BB-BB7486D56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338" y="2043663"/>
              <a:ext cx="212313" cy="361488"/>
              <a:chOff x="3130" y="3288"/>
              <a:chExt cx="410" cy="742"/>
            </a:xfrm>
          </p:grpSpPr>
          <p:sp>
            <p:nvSpPr>
              <p:cNvPr id="583" name="Line 270">
                <a:extLst>
                  <a:ext uri="{FF2B5EF4-FFF2-40B4-BE49-F238E27FC236}">
                    <a16:creationId xmlns:a16="http://schemas.microsoft.com/office/drawing/2014/main" id="{F02111A6-8EEE-F248-8D43-E3BE1E3BE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Line 271">
                <a:extLst>
                  <a:ext uri="{FF2B5EF4-FFF2-40B4-BE49-F238E27FC236}">
                    <a16:creationId xmlns:a16="http://schemas.microsoft.com/office/drawing/2014/main" id="{860B8549-8D7B-DC42-B6EF-AE5F6258CC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5" name="Line 272">
                <a:extLst>
                  <a:ext uri="{FF2B5EF4-FFF2-40B4-BE49-F238E27FC236}">
                    <a16:creationId xmlns:a16="http://schemas.microsoft.com/office/drawing/2014/main" id="{9165C128-65A9-EC42-A764-ADCA487C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Line 273">
                <a:extLst>
                  <a:ext uri="{FF2B5EF4-FFF2-40B4-BE49-F238E27FC236}">
                    <a16:creationId xmlns:a16="http://schemas.microsoft.com/office/drawing/2014/main" id="{E7A8EB1B-1B3D-3842-88C8-5D2120367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Line 274">
                <a:extLst>
                  <a:ext uri="{FF2B5EF4-FFF2-40B4-BE49-F238E27FC236}">
                    <a16:creationId xmlns:a16="http://schemas.microsoft.com/office/drawing/2014/main" id="{C836AA36-EA8E-B549-856B-C2AE39DF1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Line 275">
                <a:extLst>
                  <a:ext uri="{FF2B5EF4-FFF2-40B4-BE49-F238E27FC236}">
                    <a16:creationId xmlns:a16="http://schemas.microsoft.com/office/drawing/2014/main" id="{ABD9C44A-66B4-F149-A068-157972539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9" name="Line 276">
                <a:extLst>
                  <a:ext uri="{FF2B5EF4-FFF2-40B4-BE49-F238E27FC236}">
                    <a16:creationId xmlns:a16="http://schemas.microsoft.com/office/drawing/2014/main" id="{D220BEAE-062E-9748-ABBA-BDF63E346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Line 277">
                <a:extLst>
                  <a:ext uri="{FF2B5EF4-FFF2-40B4-BE49-F238E27FC236}">
                    <a16:creationId xmlns:a16="http://schemas.microsoft.com/office/drawing/2014/main" id="{EB91538D-649D-964C-B1B7-D995C42AB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Line 278">
                <a:extLst>
                  <a:ext uri="{FF2B5EF4-FFF2-40B4-BE49-F238E27FC236}">
                    <a16:creationId xmlns:a16="http://schemas.microsoft.com/office/drawing/2014/main" id="{14AA3A6E-E75F-E946-BEA3-89865F559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Line 279">
                <a:extLst>
                  <a:ext uri="{FF2B5EF4-FFF2-40B4-BE49-F238E27FC236}">
                    <a16:creationId xmlns:a16="http://schemas.microsoft.com/office/drawing/2014/main" id="{BC215C3E-E152-8446-8DEA-03B038D3D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3" name="Line 280">
                <a:extLst>
                  <a:ext uri="{FF2B5EF4-FFF2-40B4-BE49-F238E27FC236}">
                    <a16:creationId xmlns:a16="http://schemas.microsoft.com/office/drawing/2014/main" id="{A63E528B-F406-8F48-ADA0-EDFA9A3EF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Line 281">
                <a:extLst>
                  <a:ext uri="{FF2B5EF4-FFF2-40B4-BE49-F238E27FC236}">
                    <a16:creationId xmlns:a16="http://schemas.microsoft.com/office/drawing/2014/main" id="{F846F86E-1F57-DF4A-96C1-8D2681104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Line 282">
                <a:extLst>
                  <a:ext uri="{FF2B5EF4-FFF2-40B4-BE49-F238E27FC236}">
                    <a16:creationId xmlns:a16="http://schemas.microsoft.com/office/drawing/2014/main" id="{62EAE549-366C-394C-A0E1-8C6119B9A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Line 283">
                <a:extLst>
                  <a:ext uri="{FF2B5EF4-FFF2-40B4-BE49-F238E27FC236}">
                    <a16:creationId xmlns:a16="http://schemas.microsoft.com/office/drawing/2014/main" id="{4CC3E306-DCF1-8E4E-BB68-23D8B253D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7" name="Line 284">
                <a:extLst>
                  <a:ext uri="{FF2B5EF4-FFF2-40B4-BE49-F238E27FC236}">
                    <a16:creationId xmlns:a16="http://schemas.microsoft.com/office/drawing/2014/main" id="{9EC17BCD-64FE-9F4D-B2E2-9905118F8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1CDA849E-05CE-8A41-847E-A073B39ABBEF}"/>
              </a:ext>
            </a:extLst>
          </p:cNvPr>
          <p:cNvGrpSpPr/>
          <p:nvPr/>
        </p:nvGrpSpPr>
        <p:grpSpPr>
          <a:xfrm>
            <a:off x="4185385" y="2421275"/>
            <a:ext cx="271847" cy="453062"/>
            <a:chOff x="5534723" y="1952089"/>
            <a:chExt cx="271847" cy="453062"/>
          </a:xfrm>
        </p:grpSpPr>
        <p:pic>
          <p:nvPicPr>
            <p:cNvPr id="599" name="Picture 799" descr="cell_tower_radiation copy">
              <a:extLst>
                <a:ext uri="{FF2B5EF4-FFF2-40B4-BE49-F238E27FC236}">
                  <a16:creationId xmlns:a16="http://schemas.microsoft.com/office/drawing/2014/main" id="{3C2377C2-F19B-EF40-9DED-1397A79D2F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4723" y="1952089"/>
              <a:ext cx="271847" cy="19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0" name="Oval 800">
              <a:extLst>
                <a:ext uri="{FF2B5EF4-FFF2-40B4-BE49-F238E27FC236}">
                  <a16:creationId xmlns:a16="http://schemas.microsoft.com/office/drawing/2014/main" id="{EA7FD105-F343-9F4D-AAF9-249AB9DA9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0100" y="2023483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01" name="Group 783">
              <a:extLst>
                <a:ext uri="{FF2B5EF4-FFF2-40B4-BE49-F238E27FC236}">
                  <a16:creationId xmlns:a16="http://schemas.microsoft.com/office/drawing/2014/main" id="{A7DDB3DE-0605-2A4E-9E03-04DCBC1FA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338" y="2043663"/>
              <a:ext cx="212313" cy="361488"/>
              <a:chOff x="3130" y="3288"/>
              <a:chExt cx="410" cy="742"/>
            </a:xfrm>
          </p:grpSpPr>
          <p:sp>
            <p:nvSpPr>
              <p:cNvPr id="602" name="Line 270">
                <a:extLst>
                  <a:ext uri="{FF2B5EF4-FFF2-40B4-BE49-F238E27FC236}">
                    <a16:creationId xmlns:a16="http://schemas.microsoft.com/office/drawing/2014/main" id="{AD57097B-F9E4-F645-B7AB-0E354CD80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3" name="Line 271">
                <a:extLst>
                  <a:ext uri="{FF2B5EF4-FFF2-40B4-BE49-F238E27FC236}">
                    <a16:creationId xmlns:a16="http://schemas.microsoft.com/office/drawing/2014/main" id="{B0C5FEB9-03AA-BC41-8703-4672849D6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4" name="Line 272">
                <a:extLst>
                  <a:ext uri="{FF2B5EF4-FFF2-40B4-BE49-F238E27FC236}">
                    <a16:creationId xmlns:a16="http://schemas.microsoft.com/office/drawing/2014/main" id="{045274F1-7AD3-3448-9D35-A58807504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5" name="Line 273">
                <a:extLst>
                  <a:ext uri="{FF2B5EF4-FFF2-40B4-BE49-F238E27FC236}">
                    <a16:creationId xmlns:a16="http://schemas.microsoft.com/office/drawing/2014/main" id="{1DEB3691-B77F-894B-987F-717BC13EA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Line 274">
                <a:extLst>
                  <a:ext uri="{FF2B5EF4-FFF2-40B4-BE49-F238E27FC236}">
                    <a16:creationId xmlns:a16="http://schemas.microsoft.com/office/drawing/2014/main" id="{4BCE4459-4E5C-F847-AE26-96CD2F661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Line 275">
                <a:extLst>
                  <a:ext uri="{FF2B5EF4-FFF2-40B4-BE49-F238E27FC236}">
                    <a16:creationId xmlns:a16="http://schemas.microsoft.com/office/drawing/2014/main" id="{ADCA2490-88DA-D14F-8DE5-C7DB36228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Line 276">
                <a:extLst>
                  <a:ext uri="{FF2B5EF4-FFF2-40B4-BE49-F238E27FC236}">
                    <a16:creationId xmlns:a16="http://schemas.microsoft.com/office/drawing/2014/main" id="{20753757-AF40-FE45-B6DA-8DAB6AAC6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9" name="Line 277">
                <a:extLst>
                  <a:ext uri="{FF2B5EF4-FFF2-40B4-BE49-F238E27FC236}">
                    <a16:creationId xmlns:a16="http://schemas.microsoft.com/office/drawing/2014/main" id="{CFEC232B-077D-7041-8B22-DBA69C2A1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0" name="Line 278">
                <a:extLst>
                  <a:ext uri="{FF2B5EF4-FFF2-40B4-BE49-F238E27FC236}">
                    <a16:creationId xmlns:a16="http://schemas.microsoft.com/office/drawing/2014/main" id="{83BE2D6E-48D6-DF4D-BB8F-D53F4663E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1" name="Line 279">
                <a:extLst>
                  <a:ext uri="{FF2B5EF4-FFF2-40B4-BE49-F238E27FC236}">
                    <a16:creationId xmlns:a16="http://schemas.microsoft.com/office/drawing/2014/main" id="{71F5D29A-4979-AA43-86B1-8156A000F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2" name="Line 280">
                <a:extLst>
                  <a:ext uri="{FF2B5EF4-FFF2-40B4-BE49-F238E27FC236}">
                    <a16:creationId xmlns:a16="http://schemas.microsoft.com/office/drawing/2014/main" id="{F02C8025-A9C4-4B42-898B-918C7E855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3" name="Line 281">
                <a:extLst>
                  <a:ext uri="{FF2B5EF4-FFF2-40B4-BE49-F238E27FC236}">
                    <a16:creationId xmlns:a16="http://schemas.microsoft.com/office/drawing/2014/main" id="{A0026276-BA67-2843-B993-122C8D919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4" name="Line 282">
                <a:extLst>
                  <a:ext uri="{FF2B5EF4-FFF2-40B4-BE49-F238E27FC236}">
                    <a16:creationId xmlns:a16="http://schemas.microsoft.com/office/drawing/2014/main" id="{4E5D9D73-F196-2E47-8B06-005209FD6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5" name="Line 283">
                <a:extLst>
                  <a:ext uri="{FF2B5EF4-FFF2-40B4-BE49-F238E27FC236}">
                    <a16:creationId xmlns:a16="http://schemas.microsoft.com/office/drawing/2014/main" id="{EF94E017-9C01-334A-8495-C6AD1D3EA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6" name="Line 284">
                <a:extLst>
                  <a:ext uri="{FF2B5EF4-FFF2-40B4-BE49-F238E27FC236}">
                    <a16:creationId xmlns:a16="http://schemas.microsoft.com/office/drawing/2014/main" id="{CBB93D9F-52EE-8343-9EE5-3D46E185C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F5BEA20-7F90-C04F-BA7D-082FA1CB651D}"/>
              </a:ext>
            </a:extLst>
          </p:cNvPr>
          <p:cNvSpPr/>
          <p:nvPr/>
        </p:nvSpPr>
        <p:spPr>
          <a:xfrm>
            <a:off x="1119809" y="2216359"/>
            <a:ext cx="2332382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home, cellular, institutional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217D7FB8-E94E-274E-9B2E-284E46FF72F5}"/>
              </a:ext>
            </a:extLst>
          </p:cNvPr>
          <p:cNvSpPr/>
          <p:nvPr/>
        </p:nvSpPr>
        <p:spPr>
          <a:xfrm>
            <a:off x="7957932" y="1255577"/>
            <a:ext cx="3995530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Firewalls, IDS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corporate, institutional, service providers, ISPs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19D5D9-8746-234A-B60B-EA905D0364D7}"/>
              </a:ext>
            </a:extLst>
          </p:cNvPr>
          <p:cNvSpPr/>
          <p:nvPr/>
        </p:nvSpPr>
        <p:spPr>
          <a:xfrm>
            <a:off x="8653671" y="3077751"/>
            <a:ext cx="31937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 balancers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corporate, service provider, data center, mobile nets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310824EC-5D27-DC4E-AF2F-8B6F572093A7}"/>
              </a:ext>
            </a:extLst>
          </p:cNvPr>
          <p:cNvSpPr/>
          <p:nvPr/>
        </p:nvSpPr>
        <p:spPr>
          <a:xfrm>
            <a:off x="8183219" y="5297489"/>
            <a:ext cx="319377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Caches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service provider, mobile, CDNs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C2A41F9E-259C-094E-A442-DA4481FC3F8A}"/>
              </a:ext>
            </a:extLst>
          </p:cNvPr>
          <p:cNvSpPr/>
          <p:nvPr/>
        </p:nvSpPr>
        <p:spPr>
          <a:xfrm>
            <a:off x="1384853" y="4369836"/>
            <a:ext cx="2332382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Application-specific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providers, institutional, CDN</a:t>
            </a:r>
          </a:p>
        </p:txBody>
      </p:sp>
    </p:spTree>
    <p:extLst>
      <p:ext uri="{BB962C8B-B14F-4D97-AF65-F5344CB8AC3E}">
        <p14:creationId xmlns:p14="http://schemas.microsoft.com/office/powerpoint/2010/main" val="331052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/>
      <p:bldP spid="618" grpId="0"/>
      <p:bldP spid="619" grpId="0"/>
      <p:bldP spid="620" grpId="0"/>
      <p:bldP spid="6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Middleboxes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6C3886-F034-A847-9D89-890FF7A8227B}"/>
              </a:ext>
            </a:extLst>
          </p:cNvPr>
          <p:cNvSpPr/>
          <p:nvPr/>
        </p:nvSpPr>
        <p:spPr>
          <a:xfrm>
            <a:off x="857251" y="1503507"/>
            <a:ext cx="10706216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initially: proprietary (closed) hardware solutions</a:t>
            </a:r>
          </a:p>
          <a:p>
            <a:pPr marL="457200" marR="0" lvl="0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 towards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“whitebox” hardware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implementing open API</a:t>
            </a:r>
          </a:p>
          <a:p>
            <a:pPr marL="914400" marR="0" lvl="1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 away from proprietary hardware solutions</a:t>
            </a:r>
          </a:p>
          <a:p>
            <a:pPr marL="914400" marR="0" lvl="1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programmable local actions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via match+action</a:t>
            </a:r>
          </a:p>
          <a:p>
            <a:pPr marL="914400" marR="0" lvl="1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 towards innovation/differentiation in software</a:t>
            </a:r>
          </a:p>
          <a:p>
            <a:pPr marL="457200" marR="0" lvl="0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SDN: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(logically) centralized control and configuration management often in  private/public cloud</a:t>
            </a:r>
          </a:p>
          <a:p>
            <a:pPr marL="457200" marR="0" lvl="0" indent="-3397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functions virtualization (NFV):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programmable services over white box  networking, computation, storage</a:t>
            </a:r>
          </a:p>
        </p:txBody>
      </p:sp>
    </p:spTree>
    <p:extLst>
      <p:ext uri="{BB962C8B-B14F-4D97-AF65-F5344CB8AC3E}">
        <p14:creationId xmlns:p14="http://schemas.microsoft.com/office/powerpoint/2010/main" val="122076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FE05D2-3A75-914E-80F5-2B07934F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IP hourglass</a:t>
            </a:r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4CACAAE2-F2BB-D743-9AA0-AC47A75FA461}"/>
              </a:ext>
            </a:extLst>
          </p:cNvPr>
          <p:cNvGrpSpPr/>
          <p:nvPr/>
        </p:nvGrpSpPr>
        <p:grpSpPr>
          <a:xfrm>
            <a:off x="4090857" y="1806499"/>
            <a:ext cx="3614635" cy="3698754"/>
            <a:chOff x="638638" y="3966449"/>
            <a:chExt cx="2486251" cy="2981899"/>
          </a:xfrm>
        </p:grpSpPr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21ABD275-75EE-E74D-A25D-9B7784E4E8D5}"/>
                </a:ext>
              </a:extLst>
            </p:cNvPr>
            <p:cNvSpPr/>
            <p:nvPr/>
          </p:nvSpPr>
          <p:spPr>
            <a:xfrm>
              <a:off x="698244" y="3966449"/>
              <a:ext cx="850271" cy="2960494"/>
            </a:xfrm>
            <a:custGeom>
              <a:avLst/>
              <a:gdLst>
                <a:gd name="connsiteX0" fmla="*/ 0 w 1575849"/>
                <a:gd name="connsiteY0" fmla="*/ 0 h 6135527"/>
                <a:gd name="connsiteX1" fmla="*/ 76498 w 1575849"/>
                <a:gd name="connsiteY1" fmla="*/ 1086341 h 6135527"/>
                <a:gd name="connsiteX2" fmla="*/ 1575849 w 1575849"/>
                <a:gd name="connsiteY2" fmla="*/ 3060113 h 6135527"/>
                <a:gd name="connsiteX3" fmla="*/ 61198 w 1575849"/>
                <a:gd name="connsiteY3" fmla="*/ 5217493 h 6135527"/>
                <a:gd name="connsiteX4" fmla="*/ 91797 w 1575849"/>
                <a:gd name="connsiteY4" fmla="*/ 6135527 h 6135527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952"/>
                <a:gd name="connsiteY0" fmla="*/ 0 h 6120226"/>
                <a:gd name="connsiteX1" fmla="*/ 15300 w 1514952"/>
                <a:gd name="connsiteY1" fmla="*/ 1071040 h 6120226"/>
                <a:gd name="connsiteX2" fmla="*/ 1514651 w 1514952"/>
                <a:gd name="connsiteY2" fmla="*/ 3044812 h 6120226"/>
                <a:gd name="connsiteX3" fmla="*/ 0 w 1514952"/>
                <a:gd name="connsiteY3" fmla="*/ 5202192 h 6120226"/>
                <a:gd name="connsiteX4" fmla="*/ 30599 w 1514952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820"/>
                <a:gd name="connsiteY0" fmla="*/ 0 h 6120226"/>
                <a:gd name="connsiteX1" fmla="*/ 15300 w 1514820"/>
                <a:gd name="connsiteY1" fmla="*/ 1071040 h 6120226"/>
                <a:gd name="connsiteX2" fmla="*/ 1514651 w 1514820"/>
                <a:gd name="connsiteY2" fmla="*/ 3044812 h 6120226"/>
                <a:gd name="connsiteX3" fmla="*/ 0 w 1514820"/>
                <a:gd name="connsiteY3" fmla="*/ 5202192 h 6120226"/>
                <a:gd name="connsiteX4" fmla="*/ 30599 w 1514820"/>
                <a:gd name="connsiteY4" fmla="*/ 6120226 h 6120226"/>
                <a:gd name="connsiteX0" fmla="*/ 0 w 1514804"/>
                <a:gd name="connsiteY0" fmla="*/ 0 h 6120226"/>
                <a:gd name="connsiteX1" fmla="*/ 15300 w 1514804"/>
                <a:gd name="connsiteY1" fmla="*/ 1071040 h 6120226"/>
                <a:gd name="connsiteX2" fmla="*/ 1514651 w 1514804"/>
                <a:gd name="connsiteY2" fmla="*/ 3044812 h 6120226"/>
                <a:gd name="connsiteX3" fmla="*/ 0 w 1514804"/>
                <a:gd name="connsiteY3" fmla="*/ 5202192 h 6120226"/>
                <a:gd name="connsiteX4" fmla="*/ 30599 w 1514804"/>
                <a:gd name="connsiteY4" fmla="*/ 6120226 h 6120226"/>
                <a:gd name="connsiteX0" fmla="*/ 15299 w 1530103"/>
                <a:gd name="connsiteY0" fmla="*/ 0 h 6104925"/>
                <a:gd name="connsiteX1" fmla="*/ 30599 w 1530103"/>
                <a:gd name="connsiteY1" fmla="*/ 1071040 h 6104925"/>
                <a:gd name="connsiteX2" fmla="*/ 1529950 w 1530103"/>
                <a:gd name="connsiteY2" fmla="*/ 3044812 h 6104925"/>
                <a:gd name="connsiteX3" fmla="*/ 15299 w 1530103"/>
                <a:gd name="connsiteY3" fmla="*/ 5202192 h 6104925"/>
                <a:gd name="connsiteX4" fmla="*/ 0 w 1530103"/>
                <a:gd name="connsiteY4" fmla="*/ 6104925 h 6104925"/>
                <a:gd name="connsiteX0" fmla="*/ 0 w 1514804"/>
                <a:gd name="connsiteY0" fmla="*/ 0 h 6104925"/>
                <a:gd name="connsiteX1" fmla="*/ 15300 w 1514804"/>
                <a:gd name="connsiteY1" fmla="*/ 1071040 h 6104925"/>
                <a:gd name="connsiteX2" fmla="*/ 1514651 w 1514804"/>
                <a:gd name="connsiteY2" fmla="*/ 3044812 h 6104925"/>
                <a:gd name="connsiteX3" fmla="*/ 0 w 1514804"/>
                <a:gd name="connsiteY3" fmla="*/ 5202192 h 6104925"/>
                <a:gd name="connsiteX4" fmla="*/ 61199 w 1514804"/>
                <a:gd name="connsiteY4" fmla="*/ 6104925 h 6104925"/>
                <a:gd name="connsiteX0" fmla="*/ 0 w 1514653"/>
                <a:gd name="connsiteY0" fmla="*/ 0 h 6104925"/>
                <a:gd name="connsiteX1" fmla="*/ 15300 w 1514653"/>
                <a:gd name="connsiteY1" fmla="*/ 1071040 h 6104925"/>
                <a:gd name="connsiteX2" fmla="*/ 1514651 w 1514653"/>
                <a:gd name="connsiteY2" fmla="*/ 3044812 h 6104925"/>
                <a:gd name="connsiteX3" fmla="*/ 27021 w 1514653"/>
                <a:gd name="connsiteY3" fmla="*/ 5206052 h 6104925"/>
                <a:gd name="connsiteX4" fmla="*/ 61199 w 1514653"/>
                <a:gd name="connsiteY4" fmla="*/ 6104925 h 6104925"/>
                <a:gd name="connsiteX0" fmla="*/ 0 w 1514653"/>
                <a:gd name="connsiteY0" fmla="*/ 0 h 6101065"/>
                <a:gd name="connsiteX1" fmla="*/ 15300 w 1514653"/>
                <a:gd name="connsiteY1" fmla="*/ 1071040 h 6101065"/>
                <a:gd name="connsiteX2" fmla="*/ 1514651 w 1514653"/>
                <a:gd name="connsiteY2" fmla="*/ 3044812 h 6101065"/>
                <a:gd name="connsiteX3" fmla="*/ 27021 w 1514653"/>
                <a:gd name="connsiteY3" fmla="*/ 5206052 h 6101065"/>
                <a:gd name="connsiteX4" fmla="*/ 41898 w 1514653"/>
                <a:gd name="connsiteY4" fmla="*/ 6101065 h 6101065"/>
                <a:gd name="connsiteX0" fmla="*/ 0 w 1514653"/>
                <a:gd name="connsiteY0" fmla="*/ 0 h 6097204"/>
                <a:gd name="connsiteX1" fmla="*/ 15300 w 1514653"/>
                <a:gd name="connsiteY1" fmla="*/ 1071040 h 6097204"/>
                <a:gd name="connsiteX2" fmla="*/ 1514651 w 1514653"/>
                <a:gd name="connsiteY2" fmla="*/ 3044812 h 6097204"/>
                <a:gd name="connsiteX3" fmla="*/ 27021 w 1514653"/>
                <a:gd name="connsiteY3" fmla="*/ 5206052 h 6097204"/>
                <a:gd name="connsiteX4" fmla="*/ 26458 w 1514653"/>
                <a:gd name="connsiteY4" fmla="*/ 6097204 h 6097204"/>
                <a:gd name="connsiteX0" fmla="*/ 0 w 1506933"/>
                <a:gd name="connsiteY0" fmla="*/ 0 h 6062462"/>
                <a:gd name="connsiteX1" fmla="*/ 7580 w 1506933"/>
                <a:gd name="connsiteY1" fmla="*/ 1036298 h 6062462"/>
                <a:gd name="connsiteX2" fmla="*/ 1506931 w 1506933"/>
                <a:gd name="connsiteY2" fmla="*/ 3010070 h 6062462"/>
                <a:gd name="connsiteX3" fmla="*/ 19301 w 1506933"/>
                <a:gd name="connsiteY3" fmla="*/ 5171310 h 6062462"/>
                <a:gd name="connsiteX4" fmla="*/ 18738 w 1506933"/>
                <a:gd name="connsiteY4" fmla="*/ 6062462 h 6062462"/>
                <a:gd name="connsiteX0" fmla="*/ 0 w 1507072"/>
                <a:gd name="connsiteY0" fmla="*/ 0 h 6062462"/>
                <a:gd name="connsiteX1" fmla="*/ 7580 w 1507072"/>
                <a:gd name="connsiteY1" fmla="*/ 1036298 h 6062462"/>
                <a:gd name="connsiteX2" fmla="*/ 1506931 w 1507072"/>
                <a:gd name="connsiteY2" fmla="*/ 3010070 h 6062462"/>
                <a:gd name="connsiteX3" fmla="*/ 19301 w 1507072"/>
                <a:gd name="connsiteY3" fmla="*/ 5171310 h 6062462"/>
                <a:gd name="connsiteX4" fmla="*/ 18738 w 1507072"/>
                <a:gd name="connsiteY4" fmla="*/ 6062462 h 6062462"/>
                <a:gd name="connsiteX0" fmla="*/ 0 w 1460039"/>
                <a:gd name="connsiteY0" fmla="*/ 0 h 6062462"/>
                <a:gd name="connsiteX1" fmla="*/ 7580 w 1460039"/>
                <a:gd name="connsiteY1" fmla="*/ 1036298 h 6062462"/>
                <a:gd name="connsiteX2" fmla="*/ 1459891 w 1460039"/>
                <a:gd name="connsiteY2" fmla="*/ 3010070 h 6062462"/>
                <a:gd name="connsiteX3" fmla="*/ 19301 w 1460039"/>
                <a:gd name="connsiteY3" fmla="*/ 5171310 h 6062462"/>
                <a:gd name="connsiteX4" fmla="*/ 18738 w 1460039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5757662"/>
                <a:gd name="connsiteX1" fmla="*/ 7580 w 1460045"/>
                <a:gd name="connsiteY1" fmla="*/ 1036298 h 5757662"/>
                <a:gd name="connsiteX2" fmla="*/ 1459891 w 1460045"/>
                <a:gd name="connsiteY2" fmla="*/ 3010070 h 5757662"/>
                <a:gd name="connsiteX3" fmla="*/ 19301 w 1460045"/>
                <a:gd name="connsiteY3" fmla="*/ 5171310 h 5757662"/>
                <a:gd name="connsiteX4" fmla="*/ 18738 w 1460045"/>
                <a:gd name="connsiteY4" fmla="*/ 5757662 h 5757662"/>
                <a:gd name="connsiteX0" fmla="*/ 0 w 1460045"/>
                <a:gd name="connsiteY0" fmla="*/ 0 h 5211562"/>
                <a:gd name="connsiteX1" fmla="*/ 7580 w 1460045"/>
                <a:gd name="connsiteY1" fmla="*/ 490198 h 5211562"/>
                <a:gd name="connsiteX2" fmla="*/ 1459891 w 1460045"/>
                <a:gd name="connsiteY2" fmla="*/ 2463970 h 5211562"/>
                <a:gd name="connsiteX3" fmla="*/ 19301 w 1460045"/>
                <a:gd name="connsiteY3" fmla="*/ 4625210 h 5211562"/>
                <a:gd name="connsiteX4" fmla="*/ 18738 w 1460045"/>
                <a:gd name="connsiteY4" fmla="*/ 5211562 h 5211562"/>
                <a:gd name="connsiteX0" fmla="*/ 942 w 1460987"/>
                <a:gd name="connsiteY0" fmla="*/ 0 h 5211562"/>
                <a:gd name="connsiteX1" fmla="*/ 8522 w 1460987"/>
                <a:gd name="connsiteY1" fmla="*/ 490198 h 5211562"/>
                <a:gd name="connsiteX2" fmla="*/ 1460833 w 1460987"/>
                <a:gd name="connsiteY2" fmla="*/ 2463970 h 5211562"/>
                <a:gd name="connsiteX3" fmla="*/ 20243 w 1460987"/>
                <a:gd name="connsiteY3" fmla="*/ 4625210 h 5211562"/>
                <a:gd name="connsiteX4" fmla="*/ 19680 w 1460987"/>
                <a:gd name="connsiteY4" fmla="*/ 5211562 h 5211562"/>
                <a:gd name="connsiteX0" fmla="*/ 9665 w 1469710"/>
                <a:gd name="connsiteY0" fmla="*/ 0 h 5211562"/>
                <a:gd name="connsiteX1" fmla="*/ 17245 w 1469710"/>
                <a:gd name="connsiteY1" fmla="*/ 490198 h 5211562"/>
                <a:gd name="connsiteX2" fmla="*/ 1469556 w 1469710"/>
                <a:gd name="connsiteY2" fmla="*/ 2463970 h 5211562"/>
                <a:gd name="connsiteX3" fmla="*/ 28966 w 1469710"/>
                <a:gd name="connsiteY3" fmla="*/ 4625210 h 5211562"/>
                <a:gd name="connsiteX4" fmla="*/ 28403 w 1469710"/>
                <a:gd name="connsiteY4" fmla="*/ 5211562 h 5211562"/>
                <a:gd name="connsiteX0" fmla="*/ 9665 w 1469710"/>
                <a:gd name="connsiteY0" fmla="*/ 0 h 5211562"/>
                <a:gd name="connsiteX1" fmla="*/ 17245 w 1469710"/>
                <a:gd name="connsiteY1" fmla="*/ 490198 h 5211562"/>
                <a:gd name="connsiteX2" fmla="*/ 1469556 w 1469710"/>
                <a:gd name="connsiteY2" fmla="*/ 2463970 h 5211562"/>
                <a:gd name="connsiteX3" fmla="*/ 28966 w 1469710"/>
                <a:gd name="connsiteY3" fmla="*/ 4625210 h 5211562"/>
                <a:gd name="connsiteX4" fmla="*/ 28403 w 1469710"/>
                <a:gd name="connsiteY4" fmla="*/ 5211562 h 5211562"/>
                <a:gd name="connsiteX0" fmla="*/ 13012 w 1473057"/>
                <a:gd name="connsiteY0" fmla="*/ 0 h 5030587"/>
                <a:gd name="connsiteX1" fmla="*/ 20592 w 1473057"/>
                <a:gd name="connsiteY1" fmla="*/ 490198 h 5030587"/>
                <a:gd name="connsiteX2" fmla="*/ 1472903 w 1473057"/>
                <a:gd name="connsiteY2" fmla="*/ 2463970 h 5030587"/>
                <a:gd name="connsiteX3" fmla="*/ 32313 w 1473057"/>
                <a:gd name="connsiteY3" fmla="*/ 4625210 h 5030587"/>
                <a:gd name="connsiteX4" fmla="*/ 0 w 1473057"/>
                <a:gd name="connsiteY4" fmla="*/ 5030587 h 5030587"/>
                <a:gd name="connsiteX0" fmla="*/ 13672 w 1473717"/>
                <a:gd name="connsiteY0" fmla="*/ 0 h 5030587"/>
                <a:gd name="connsiteX1" fmla="*/ 21252 w 1473717"/>
                <a:gd name="connsiteY1" fmla="*/ 490198 h 5030587"/>
                <a:gd name="connsiteX2" fmla="*/ 1473563 w 1473717"/>
                <a:gd name="connsiteY2" fmla="*/ 2463970 h 5030587"/>
                <a:gd name="connsiteX3" fmla="*/ 32973 w 1473717"/>
                <a:gd name="connsiteY3" fmla="*/ 4625210 h 5030587"/>
                <a:gd name="connsiteX4" fmla="*/ 660 w 1473717"/>
                <a:gd name="connsiteY4" fmla="*/ 5030587 h 5030587"/>
                <a:gd name="connsiteX0" fmla="*/ 16711 w 1476756"/>
                <a:gd name="connsiteY0" fmla="*/ 0 h 5030587"/>
                <a:gd name="connsiteX1" fmla="*/ 24291 w 1476756"/>
                <a:gd name="connsiteY1" fmla="*/ 490198 h 5030587"/>
                <a:gd name="connsiteX2" fmla="*/ 1476602 w 1476756"/>
                <a:gd name="connsiteY2" fmla="*/ 2463970 h 5030587"/>
                <a:gd name="connsiteX3" fmla="*/ 36012 w 1476756"/>
                <a:gd name="connsiteY3" fmla="*/ 4625210 h 5030587"/>
                <a:gd name="connsiteX4" fmla="*/ 3699 w 1476756"/>
                <a:gd name="connsiteY4" fmla="*/ 5030587 h 5030587"/>
                <a:gd name="connsiteX0" fmla="*/ 15329 w 1475374"/>
                <a:gd name="connsiteY0" fmla="*/ 0 h 5030587"/>
                <a:gd name="connsiteX1" fmla="*/ 22909 w 1475374"/>
                <a:gd name="connsiteY1" fmla="*/ 490198 h 5030587"/>
                <a:gd name="connsiteX2" fmla="*/ 1475220 w 1475374"/>
                <a:gd name="connsiteY2" fmla="*/ 2463970 h 5030587"/>
                <a:gd name="connsiteX3" fmla="*/ 34630 w 1475374"/>
                <a:gd name="connsiteY3" fmla="*/ 4625210 h 5030587"/>
                <a:gd name="connsiteX4" fmla="*/ 2317 w 1475374"/>
                <a:gd name="connsiteY4" fmla="*/ 5030587 h 503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374" h="5030587">
                  <a:moveTo>
                    <a:pt x="15329" y="0"/>
                  </a:moveTo>
                  <a:cubicBezTo>
                    <a:pt x="11506" y="126358"/>
                    <a:pt x="-8193" y="338440"/>
                    <a:pt x="22909" y="490198"/>
                  </a:cubicBezTo>
                  <a:cubicBezTo>
                    <a:pt x="582101" y="1884724"/>
                    <a:pt x="1488947" y="1931578"/>
                    <a:pt x="1475220" y="2463970"/>
                  </a:cubicBezTo>
                  <a:cubicBezTo>
                    <a:pt x="1461493" y="2996362"/>
                    <a:pt x="432418" y="3246650"/>
                    <a:pt x="34630" y="4625210"/>
                  </a:cubicBezTo>
                  <a:cubicBezTo>
                    <a:pt x="-13183" y="4820661"/>
                    <a:pt x="2505" y="4908161"/>
                    <a:pt x="2317" y="5030587"/>
                  </a:cubicBezTo>
                </a:path>
              </a:pathLst>
            </a:cu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F9D51435-8C20-F648-960E-650E734D4C44}"/>
                </a:ext>
              </a:extLst>
            </p:cNvPr>
            <p:cNvSpPr/>
            <p:nvPr/>
          </p:nvSpPr>
          <p:spPr>
            <a:xfrm flipH="1">
              <a:off x="2208181" y="3968317"/>
              <a:ext cx="848879" cy="2945546"/>
            </a:xfrm>
            <a:custGeom>
              <a:avLst/>
              <a:gdLst>
                <a:gd name="connsiteX0" fmla="*/ 0 w 1575849"/>
                <a:gd name="connsiteY0" fmla="*/ 0 h 6135527"/>
                <a:gd name="connsiteX1" fmla="*/ 76498 w 1575849"/>
                <a:gd name="connsiteY1" fmla="*/ 1086341 h 6135527"/>
                <a:gd name="connsiteX2" fmla="*/ 1575849 w 1575849"/>
                <a:gd name="connsiteY2" fmla="*/ 3060113 h 6135527"/>
                <a:gd name="connsiteX3" fmla="*/ 61198 w 1575849"/>
                <a:gd name="connsiteY3" fmla="*/ 5217493 h 6135527"/>
                <a:gd name="connsiteX4" fmla="*/ 91797 w 1575849"/>
                <a:gd name="connsiteY4" fmla="*/ 6135527 h 6135527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952"/>
                <a:gd name="connsiteY0" fmla="*/ 0 h 6120226"/>
                <a:gd name="connsiteX1" fmla="*/ 15300 w 1514952"/>
                <a:gd name="connsiteY1" fmla="*/ 1071040 h 6120226"/>
                <a:gd name="connsiteX2" fmla="*/ 1514651 w 1514952"/>
                <a:gd name="connsiteY2" fmla="*/ 3044812 h 6120226"/>
                <a:gd name="connsiteX3" fmla="*/ 0 w 1514952"/>
                <a:gd name="connsiteY3" fmla="*/ 5202192 h 6120226"/>
                <a:gd name="connsiteX4" fmla="*/ 30599 w 1514952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820"/>
                <a:gd name="connsiteY0" fmla="*/ 0 h 6120226"/>
                <a:gd name="connsiteX1" fmla="*/ 15300 w 1514820"/>
                <a:gd name="connsiteY1" fmla="*/ 1071040 h 6120226"/>
                <a:gd name="connsiteX2" fmla="*/ 1514651 w 1514820"/>
                <a:gd name="connsiteY2" fmla="*/ 3044812 h 6120226"/>
                <a:gd name="connsiteX3" fmla="*/ 0 w 1514820"/>
                <a:gd name="connsiteY3" fmla="*/ 5202192 h 6120226"/>
                <a:gd name="connsiteX4" fmla="*/ 30599 w 1514820"/>
                <a:gd name="connsiteY4" fmla="*/ 6120226 h 6120226"/>
                <a:gd name="connsiteX0" fmla="*/ 0 w 1514804"/>
                <a:gd name="connsiteY0" fmla="*/ 0 h 6120226"/>
                <a:gd name="connsiteX1" fmla="*/ 15300 w 1514804"/>
                <a:gd name="connsiteY1" fmla="*/ 1071040 h 6120226"/>
                <a:gd name="connsiteX2" fmla="*/ 1514651 w 1514804"/>
                <a:gd name="connsiteY2" fmla="*/ 3044812 h 6120226"/>
                <a:gd name="connsiteX3" fmla="*/ 0 w 1514804"/>
                <a:gd name="connsiteY3" fmla="*/ 5202192 h 6120226"/>
                <a:gd name="connsiteX4" fmla="*/ 30599 w 1514804"/>
                <a:gd name="connsiteY4" fmla="*/ 6120226 h 6120226"/>
                <a:gd name="connsiteX0" fmla="*/ 15299 w 1530103"/>
                <a:gd name="connsiteY0" fmla="*/ 0 h 6104925"/>
                <a:gd name="connsiteX1" fmla="*/ 30599 w 1530103"/>
                <a:gd name="connsiteY1" fmla="*/ 1071040 h 6104925"/>
                <a:gd name="connsiteX2" fmla="*/ 1529950 w 1530103"/>
                <a:gd name="connsiteY2" fmla="*/ 3044812 h 6104925"/>
                <a:gd name="connsiteX3" fmla="*/ 15299 w 1530103"/>
                <a:gd name="connsiteY3" fmla="*/ 5202192 h 6104925"/>
                <a:gd name="connsiteX4" fmla="*/ 0 w 1530103"/>
                <a:gd name="connsiteY4" fmla="*/ 6104925 h 6104925"/>
                <a:gd name="connsiteX0" fmla="*/ 0 w 1514804"/>
                <a:gd name="connsiteY0" fmla="*/ 0 h 6104925"/>
                <a:gd name="connsiteX1" fmla="*/ 15300 w 1514804"/>
                <a:gd name="connsiteY1" fmla="*/ 1071040 h 6104925"/>
                <a:gd name="connsiteX2" fmla="*/ 1514651 w 1514804"/>
                <a:gd name="connsiteY2" fmla="*/ 3044812 h 6104925"/>
                <a:gd name="connsiteX3" fmla="*/ 0 w 1514804"/>
                <a:gd name="connsiteY3" fmla="*/ 5202192 h 6104925"/>
                <a:gd name="connsiteX4" fmla="*/ 61199 w 1514804"/>
                <a:gd name="connsiteY4" fmla="*/ 6104925 h 6104925"/>
                <a:gd name="connsiteX0" fmla="*/ 0 w 1514653"/>
                <a:gd name="connsiteY0" fmla="*/ 0 h 6104925"/>
                <a:gd name="connsiteX1" fmla="*/ 15300 w 1514653"/>
                <a:gd name="connsiteY1" fmla="*/ 1071040 h 6104925"/>
                <a:gd name="connsiteX2" fmla="*/ 1514651 w 1514653"/>
                <a:gd name="connsiteY2" fmla="*/ 3044812 h 6104925"/>
                <a:gd name="connsiteX3" fmla="*/ 27021 w 1514653"/>
                <a:gd name="connsiteY3" fmla="*/ 5206052 h 6104925"/>
                <a:gd name="connsiteX4" fmla="*/ 61199 w 1514653"/>
                <a:gd name="connsiteY4" fmla="*/ 6104925 h 6104925"/>
                <a:gd name="connsiteX0" fmla="*/ 0 w 1514653"/>
                <a:gd name="connsiteY0" fmla="*/ 0 h 6101065"/>
                <a:gd name="connsiteX1" fmla="*/ 15300 w 1514653"/>
                <a:gd name="connsiteY1" fmla="*/ 1071040 h 6101065"/>
                <a:gd name="connsiteX2" fmla="*/ 1514651 w 1514653"/>
                <a:gd name="connsiteY2" fmla="*/ 3044812 h 6101065"/>
                <a:gd name="connsiteX3" fmla="*/ 27021 w 1514653"/>
                <a:gd name="connsiteY3" fmla="*/ 5206052 h 6101065"/>
                <a:gd name="connsiteX4" fmla="*/ 41898 w 1514653"/>
                <a:gd name="connsiteY4" fmla="*/ 6101065 h 6101065"/>
                <a:gd name="connsiteX0" fmla="*/ 0 w 1514653"/>
                <a:gd name="connsiteY0" fmla="*/ 0 h 6097204"/>
                <a:gd name="connsiteX1" fmla="*/ 15300 w 1514653"/>
                <a:gd name="connsiteY1" fmla="*/ 1071040 h 6097204"/>
                <a:gd name="connsiteX2" fmla="*/ 1514651 w 1514653"/>
                <a:gd name="connsiteY2" fmla="*/ 3044812 h 6097204"/>
                <a:gd name="connsiteX3" fmla="*/ 27021 w 1514653"/>
                <a:gd name="connsiteY3" fmla="*/ 5206052 h 6097204"/>
                <a:gd name="connsiteX4" fmla="*/ 26458 w 1514653"/>
                <a:gd name="connsiteY4" fmla="*/ 6097204 h 6097204"/>
                <a:gd name="connsiteX0" fmla="*/ 0 w 1506933"/>
                <a:gd name="connsiteY0" fmla="*/ 0 h 6062462"/>
                <a:gd name="connsiteX1" fmla="*/ 7580 w 1506933"/>
                <a:gd name="connsiteY1" fmla="*/ 1036298 h 6062462"/>
                <a:gd name="connsiteX2" fmla="*/ 1506931 w 1506933"/>
                <a:gd name="connsiteY2" fmla="*/ 3010070 h 6062462"/>
                <a:gd name="connsiteX3" fmla="*/ 19301 w 1506933"/>
                <a:gd name="connsiteY3" fmla="*/ 5171310 h 6062462"/>
                <a:gd name="connsiteX4" fmla="*/ 18738 w 1506933"/>
                <a:gd name="connsiteY4" fmla="*/ 6062462 h 6062462"/>
                <a:gd name="connsiteX0" fmla="*/ 0 w 1507072"/>
                <a:gd name="connsiteY0" fmla="*/ 0 h 6062462"/>
                <a:gd name="connsiteX1" fmla="*/ 7580 w 1507072"/>
                <a:gd name="connsiteY1" fmla="*/ 1036298 h 6062462"/>
                <a:gd name="connsiteX2" fmla="*/ 1506931 w 1507072"/>
                <a:gd name="connsiteY2" fmla="*/ 3010070 h 6062462"/>
                <a:gd name="connsiteX3" fmla="*/ 19301 w 1507072"/>
                <a:gd name="connsiteY3" fmla="*/ 5171310 h 6062462"/>
                <a:gd name="connsiteX4" fmla="*/ 18738 w 1507072"/>
                <a:gd name="connsiteY4" fmla="*/ 6062462 h 6062462"/>
                <a:gd name="connsiteX0" fmla="*/ 0 w 1460039"/>
                <a:gd name="connsiteY0" fmla="*/ 0 h 6062462"/>
                <a:gd name="connsiteX1" fmla="*/ 7580 w 1460039"/>
                <a:gd name="connsiteY1" fmla="*/ 1036298 h 6062462"/>
                <a:gd name="connsiteX2" fmla="*/ 1459891 w 1460039"/>
                <a:gd name="connsiteY2" fmla="*/ 3010070 h 6062462"/>
                <a:gd name="connsiteX3" fmla="*/ 19301 w 1460039"/>
                <a:gd name="connsiteY3" fmla="*/ 5171310 h 6062462"/>
                <a:gd name="connsiteX4" fmla="*/ 18738 w 1460039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5767187"/>
                <a:gd name="connsiteX1" fmla="*/ 7580 w 1460045"/>
                <a:gd name="connsiteY1" fmla="*/ 1036298 h 5767187"/>
                <a:gd name="connsiteX2" fmla="*/ 1459891 w 1460045"/>
                <a:gd name="connsiteY2" fmla="*/ 3010070 h 5767187"/>
                <a:gd name="connsiteX3" fmla="*/ 19301 w 1460045"/>
                <a:gd name="connsiteY3" fmla="*/ 5171310 h 5767187"/>
                <a:gd name="connsiteX4" fmla="*/ 21913 w 1460045"/>
                <a:gd name="connsiteY4" fmla="*/ 5767187 h 5767187"/>
                <a:gd name="connsiteX0" fmla="*/ 0 w 1460045"/>
                <a:gd name="connsiteY0" fmla="*/ 0 h 5767187"/>
                <a:gd name="connsiteX1" fmla="*/ 7580 w 1460045"/>
                <a:gd name="connsiteY1" fmla="*/ 1036298 h 5767187"/>
                <a:gd name="connsiteX2" fmla="*/ 1459891 w 1460045"/>
                <a:gd name="connsiteY2" fmla="*/ 3010070 h 5767187"/>
                <a:gd name="connsiteX3" fmla="*/ 19301 w 1460045"/>
                <a:gd name="connsiteY3" fmla="*/ 5171310 h 5767187"/>
                <a:gd name="connsiteX4" fmla="*/ 21913 w 1460045"/>
                <a:gd name="connsiteY4" fmla="*/ 5767187 h 5767187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6564 w 1472959"/>
                <a:gd name="connsiteY0" fmla="*/ 0 h 5217912"/>
                <a:gd name="connsiteX1" fmla="*/ 20494 w 1472959"/>
                <a:gd name="connsiteY1" fmla="*/ 487023 h 5217912"/>
                <a:gd name="connsiteX2" fmla="*/ 1472805 w 1472959"/>
                <a:gd name="connsiteY2" fmla="*/ 2460795 h 5217912"/>
                <a:gd name="connsiteX3" fmla="*/ 32215 w 1472959"/>
                <a:gd name="connsiteY3" fmla="*/ 4622035 h 5217912"/>
                <a:gd name="connsiteX4" fmla="*/ 34827 w 1472959"/>
                <a:gd name="connsiteY4" fmla="*/ 5217912 h 5217912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28477 w 1472959"/>
                <a:gd name="connsiteY4" fmla="*/ 5005187 h 5005187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28477 w 1472959"/>
                <a:gd name="connsiteY4" fmla="*/ 5005187 h 5005187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12602 w 1472959"/>
                <a:gd name="connsiteY4" fmla="*/ 5005187 h 500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2959" h="5005187">
                  <a:moveTo>
                    <a:pt x="6564" y="0"/>
                  </a:moveTo>
                  <a:cubicBezTo>
                    <a:pt x="18616" y="167633"/>
                    <a:pt x="-23308" y="297165"/>
                    <a:pt x="20494" y="487023"/>
                  </a:cubicBezTo>
                  <a:cubicBezTo>
                    <a:pt x="579686" y="1881549"/>
                    <a:pt x="1486532" y="1928403"/>
                    <a:pt x="1472805" y="2460795"/>
                  </a:cubicBezTo>
                  <a:cubicBezTo>
                    <a:pt x="1459078" y="2993187"/>
                    <a:pt x="430003" y="3243475"/>
                    <a:pt x="32215" y="4622035"/>
                  </a:cubicBezTo>
                  <a:cubicBezTo>
                    <a:pt x="6627" y="4811136"/>
                    <a:pt x="-3085" y="4835136"/>
                    <a:pt x="12602" y="5005187"/>
                  </a:cubicBezTo>
                </a:path>
              </a:pathLst>
            </a:cu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4618F758-228E-2741-8282-112CF720DF6F}"/>
                </a:ext>
              </a:extLst>
            </p:cNvPr>
            <p:cNvGrpSpPr/>
            <p:nvPr/>
          </p:nvGrpSpPr>
          <p:grpSpPr>
            <a:xfrm>
              <a:off x="638638" y="3975358"/>
              <a:ext cx="2477214" cy="120420"/>
              <a:chOff x="551293" y="7597774"/>
              <a:chExt cx="4298417" cy="204622"/>
            </a:xfrm>
          </p:grpSpPr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FE079350-79DF-9545-8BC8-D573FB34E144}"/>
                  </a:ext>
                </a:extLst>
              </p:cNvPr>
              <p:cNvSpPr/>
              <p:nvPr/>
            </p:nvSpPr>
            <p:spPr>
              <a:xfrm>
                <a:off x="669925" y="7597775"/>
                <a:ext cx="4064730" cy="20462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9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27A25043-C1B0-BA4E-8A41-C215D47613AB}"/>
                  </a:ext>
                </a:extLst>
              </p:cNvPr>
              <p:cNvGrpSpPr/>
              <p:nvPr/>
            </p:nvGrpSpPr>
            <p:grpSpPr>
              <a:xfrm>
                <a:off x="551293" y="7597774"/>
                <a:ext cx="360960" cy="204621"/>
                <a:chOff x="551293" y="7597774"/>
                <a:chExt cx="360960" cy="204621"/>
              </a:xfrm>
            </p:grpSpPr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92E3702-DE56-784B-A5A5-45ABF1F09502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2" name="Rectangle 621">
                  <a:extLst>
                    <a:ext uri="{FF2B5EF4-FFF2-40B4-BE49-F238E27FC236}">
                      <a16:creationId xmlns:a16="http://schemas.microsoft.com/office/drawing/2014/main" id="{3808829B-74A8-AA41-BCD9-CC0F6799E23F}"/>
                    </a:ext>
                  </a:extLst>
                </p:cNvPr>
                <p:cNvSpPr/>
                <p:nvPr/>
              </p:nvSpPr>
              <p:spPr>
                <a:xfrm rot="5400000">
                  <a:off x="710751" y="7569338"/>
                  <a:ext cx="142860" cy="26014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232ED5D-69B7-D84C-82B4-ED4FFE2D6C9B}"/>
                  </a:ext>
                </a:extLst>
              </p:cNvPr>
              <p:cNvGrpSpPr/>
              <p:nvPr/>
            </p:nvGrpSpPr>
            <p:grpSpPr>
              <a:xfrm flipH="1">
                <a:off x="4488749" y="7597775"/>
                <a:ext cx="360961" cy="204621"/>
                <a:chOff x="551293" y="7597774"/>
                <a:chExt cx="360961" cy="204621"/>
              </a:xfrm>
            </p:grpSpPr>
            <p:sp>
              <p:nvSpPr>
                <p:cNvPr id="556" name="Oval 555">
                  <a:extLst>
                    <a:ext uri="{FF2B5EF4-FFF2-40B4-BE49-F238E27FC236}">
                      <a16:creationId xmlns:a16="http://schemas.microsoft.com/office/drawing/2014/main" id="{ED85578C-6C77-E642-8F29-A426B2B1821C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41EE87C3-1CC6-5841-8B41-175419F42F53}"/>
                    </a:ext>
                  </a:extLst>
                </p:cNvPr>
                <p:cNvSpPr/>
                <p:nvPr/>
              </p:nvSpPr>
              <p:spPr>
                <a:xfrm rot="5400000">
                  <a:off x="712127" y="7566745"/>
                  <a:ext cx="140106" cy="2601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55DDB86F-87B7-7A4A-A260-9DA9C8D96586}"/>
                </a:ext>
              </a:extLst>
            </p:cNvPr>
            <p:cNvCxnSpPr/>
            <p:nvPr/>
          </p:nvCxnSpPr>
          <p:spPr>
            <a:xfrm>
              <a:off x="1363009" y="5119694"/>
              <a:ext cx="1037440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07151B3A-EF82-7746-8914-2FD2283B2534}"/>
                </a:ext>
              </a:extLst>
            </p:cNvPr>
            <p:cNvCxnSpPr/>
            <p:nvPr/>
          </p:nvCxnSpPr>
          <p:spPr>
            <a:xfrm>
              <a:off x="864736" y="4572767"/>
              <a:ext cx="2029754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60B278AA-4181-9746-A394-02946F4E7DCD}"/>
                </a:ext>
              </a:extLst>
            </p:cNvPr>
            <p:cNvCxnSpPr/>
            <p:nvPr/>
          </p:nvCxnSpPr>
          <p:spPr>
            <a:xfrm>
              <a:off x="904423" y="6258602"/>
              <a:ext cx="1951641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8229E90C-5F4A-A34C-9AE5-9932602E82E6}"/>
                </a:ext>
              </a:extLst>
            </p:cNvPr>
            <p:cNvCxnSpPr/>
            <p:nvPr/>
          </p:nvCxnSpPr>
          <p:spPr>
            <a:xfrm>
              <a:off x="1336990" y="5748580"/>
              <a:ext cx="1083587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E346524D-36CA-B54A-B1F1-CBF85E8E7585}"/>
                </a:ext>
              </a:extLst>
            </p:cNvPr>
            <p:cNvSpPr txBox="1"/>
            <p:nvPr/>
          </p:nvSpPr>
          <p:spPr>
            <a:xfrm>
              <a:off x="1701671" y="5248774"/>
              <a:ext cx="316664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15D34FD0-16F0-2D46-A82A-94BB0E07D136}"/>
                </a:ext>
              </a:extLst>
            </p:cNvPr>
            <p:cNvSpPr txBox="1"/>
            <p:nvPr/>
          </p:nvSpPr>
          <p:spPr>
            <a:xfrm>
              <a:off x="1317827" y="4665231"/>
              <a:ext cx="557470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B00C2EAF-2910-0747-B0FA-28870A4687FA}"/>
                </a:ext>
              </a:extLst>
            </p:cNvPr>
            <p:cNvSpPr txBox="1"/>
            <p:nvPr/>
          </p:nvSpPr>
          <p:spPr>
            <a:xfrm>
              <a:off x="1921463" y="4672273"/>
              <a:ext cx="565850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1B3784FE-76B9-AB43-B263-39AA6AE0EE5B}"/>
                </a:ext>
              </a:extLst>
            </p:cNvPr>
            <p:cNvSpPr txBox="1"/>
            <p:nvPr/>
          </p:nvSpPr>
          <p:spPr>
            <a:xfrm>
              <a:off x="929163" y="4095202"/>
              <a:ext cx="50322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B1270F7A-4AB9-AB43-B1FE-233A52D8506B}"/>
                </a:ext>
              </a:extLst>
            </p:cNvPr>
            <p:cNvSpPr txBox="1"/>
            <p:nvPr/>
          </p:nvSpPr>
          <p:spPr>
            <a:xfrm>
              <a:off x="1538498" y="4104718"/>
              <a:ext cx="53718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SMTP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CBA60E0D-7559-2849-AFF6-223038FD300E}"/>
                </a:ext>
              </a:extLst>
            </p:cNvPr>
            <p:cNvSpPr txBox="1"/>
            <p:nvPr/>
          </p:nvSpPr>
          <p:spPr>
            <a:xfrm>
              <a:off x="1222850" y="4267665"/>
              <a:ext cx="497490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035EAEB8-4603-6D4D-A447-AEB37E1A8C67}"/>
                </a:ext>
              </a:extLst>
            </p:cNvPr>
            <p:cNvSpPr txBox="1"/>
            <p:nvPr/>
          </p:nvSpPr>
          <p:spPr>
            <a:xfrm>
              <a:off x="1867426" y="4272536"/>
              <a:ext cx="52686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DASH</a:t>
              </a:r>
            </a:p>
          </p:txBody>
        </p:sp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4B7AE12C-315E-EF4F-ADF9-11511AAC9ACD}"/>
                </a:ext>
              </a:extLst>
            </p:cNvPr>
            <p:cNvSpPr txBox="1"/>
            <p:nvPr/>
          </p:nvSpPr>
          <p:spPr>
            <a:xfrm>
              <a:off x="2165480" y="4095316"/>
              <a:ext cx="398741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RTP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96089DC1-674D-2840-A233-7BE30D8880D1}"/>
                </a:ext>
              </a:extLst>
            </p:cNvPr>
            <p:cNvSpPr txBox="1"/>
            <p:nvPr/>
          </p:nvSpPr>
          <p:spPr>
            <a:xfrm>
              <a:off x="2555094" y="4099819"/>
              <a:ext cx="352734" cy="421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</a:rPr>
                <a:t>…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005BD7F5-7061-104C-ADD5-55B48EBAD477}"/>
                </a:ext>
              </a:extLst>
            </p:cNvPr>
            <p:cNvGrpSpPr/>
            <p:nvPr/>
          </p:nvGrpSpPr>
          <p:grpSpPr>
            <a:xfrm>
              <a:off x="647675" y="6827928"/>
              <a:ext cx="2477214" cy="120420"/>
              <a:chOff x="551293" y="7597774"/>
              <a:chExt cx="4298417" cy="204622"/>
            </a:xfrm>
          </p:grpSpPr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63C3EC8D-0E26-3D45-AD60-CDC3B0EED1B2}"/>
                  </a:ext>
                </a:extLst>
              </p:cNvPr>
              <p:cNvSpPr/>
              <p:nvPr/>
            </p:nvSpPr>
            <p:spPr>
              <a:xfrm>
                <a:off x="669925" y="7597775"/>
                <a:ext cx="4064730" cy="20462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9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47" name="Group 546">
                <a:extLst>
                  <a:ext uri="{FF2B5EF4-FFF2-40B4-BE49-F238E27FC236}">
                    <a16:creationId xmlns:a16="http://schemas.microsoft.com/office/drawing/2014/main" id="{3697E0BA-9A4C-5F43-8783-A94D8BFA0CA1}"/>
                  </a:ext>
                </a:extLst>
              </p:cNvPr>
              <p:cNvGrpSpPr/>
              <p:nvPr/>
            </p:nvGrpSpPr>
            <p:grpSpPr>
              <a:xfrm>
                <a:off x="551293" y="7597774"/>
                <a:ext cx="360959" cy="204621"/>
                <a:chOff x="551293" y="7597774"/>
                <a:chExt cx="360959" cy="204621"/>
              </a:xfrm>
            </p:grpSpPr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861CDB1F-8277-DD4A-8737-85AC1BCE5D36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B5B93A4-E79F-5D45-9C6C-8458DEDE50F7}"/>
                    </a:ext>
                  </a:extLst>
                </p:cNvPr>
                <p:cNvSpPr/>
                <p:nvPr/>
              </p:nvSpPr>
              <p:spPr>
                <a:xfrm rot="5400000">
                  <a:off x="712127" y="7567955"/>
                  <a:ext cx="140106" cy="26014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F7DD7855-B81F-6249-980C-AB87A67F00E5}"/>
                  </a:ext>
                </a:extLst>
              </p:cNvPr>
              <p:cNvGrpSpPr/>
              <p:nvPr/>
            </p:nvGrpSpPr>
            <p:grpSpPr>
              <a:xfrm flipH="1">
                <a:off x="4488749" y="7597775"/>
                <a:ext cx="360961" cy="204621"/>
                <a:chOff x="551293" y="7597774"/>
                <a:chExt cx="360961" cy="204621"/>
              </a:xfrm>
            </p:grpSpPr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EB5E45D9-C107-6347-AB3F-87B7D9B861E3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6EA16C5-D2F9-1644-8DE7-6FA3E10C6CFA}"/>
                    </a:ext>
                  </a:extLst>
                </p:cNvPr>
                <p:cNvSpPr/>
                <p:nvPr/>
              </p:nvSpPr>
              <p:spPr>
                <a:xfrm rot="5400000">
                  <a:off x="712127" y="7572322"/>
                  <a:ext cx="140106" cy="2601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E50F34D6-33C8-6F41-8DFA-824070C0718B}"/>
                </a:ext>
              </a:extLst>
            </p:cNvPr>
            <p:cNvSpPr txBox="1"/>
            <p:nvPr/>
          </p:nvSpPr>
          <p:spPr>
            <a:xfrm>
              <a:off x="1260427" y="5749165"/>
              <a:ext cx="843878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Ethernet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9564D5C-A7B0-A444-AA5A-A33BA94B85D8}"/>
                </a:ext>
              </a:extLst>
            </p:cNvPr>
            <p:cNvSpPr txBox="1"/>
            <p:nvPr/>
          </p:nvSpPr>
          <p:spPr>
            <a:xfrm>
              <a:off x="1474067" y="5962529"/>
              <a:ext cx="556746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5C6574EE-5134-914F-A01C-C627F127D2BF}"/>
                </a:ext>
              </a:extLst>
            </p:cNvPr>
            <p:cNvSpPr txBox="1"/>
            <p:nvPr/>
          </p:nvSpPr>
          <p:spPr>
            <a:xfrm>
              <a:off x="1841467" y="5962479"/>
              <a:ext cx="818760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Bluetooth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3BE0808-5DDD-114E-ADDD-ECC9C438C7FA}"/>
                </a:ext>
              </a:extLst>
            </p:cNvPr>
            <p:cNvSpPr txBox="1"/>
            <p:nvPr/>
          </p:nvSpPr>
          <p:spPr>
            <a:xfrm>
              <a:off x="1889184" y="5749647"/>
              <a:ext cx="414591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PPP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B168751B-A687-D146-B2F2-E8BE2DC47C86}"/>
                </a:ext>
              </a:extLst>
            </p:cNvPr>
            <p:cNvSpPr txBox="1"/>
            <p:nvPr/>
          </p:nvSpPr>
          <p:spPr>
            <a:xfrm>
              <a:off x="1065185" y="5963701"/>
              <a:ext cx="526455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PDCP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CE391214-BA61-7440-9D7B-9D42CAA4613C}"/>
                </a:ext>
              </a:extLst>
            </p:cNvPr>
            <p:cNvSpPr txBox="1"/>
            <p:nvPr/>
          </p:nvSpPr>
          <p:spPr>
            <a:xfrm>
              <a:off x="2174516" y="5708035"/>
              <a:ext cx="352734" cy="421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</a:rPr>
                <a:t>…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E68641D0-8F0C-8A4B-AAEC-7095E3CC39A2}"/>
                </a:ext>
              </a:extLst>
            </p:cNvPr>
            <p:cNvSpPr txBox="1"/>
            <p:nvPr/>
          </p:nvSpPr>
          <p:spPr>
            <a:xfrm>
              <a:off x="1050427" y="6388801"/>
              <a:ext cx="1818080" cy="322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copper   radio   fiber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1BD226E-A106-3E49-9255-FE126222ED3C}"/>
              </a:ext>
            </a:extLst>
          </p:cNvPr>
          <p:cNvGrpSpPr/>
          <p:nvPr/>
        </p:nvGrpSpPr>
        <p:grpSpPr>
          <a:xfrm>
            <a:off x="814038" y="2315737"/>
            <a:ext cx="4705817" cy="2677656"/>
            <a:chOff x="814038" y="2315737"/>
            <a:chExt cx="4705817" cy="2677656"/>
          </a:xfrm>
        </p:grpSpPr>
        <p:sp>
          <p:nvSpPr>
            <p:cNvPr id="623" name="TextBox 622">
              <a:extLst>
                <a:ext uri="{FF2B5EF4-FFF2-40B4-BE49-F238E27FC236}">
                  <a16:creationId xmlns:a16="http://schemas.microsoft.com/office/drawing/2014/main" id="{44104EE4-4A90-5E4A-B2A0-A1BD8BF943E4}"/>
                </a:ext>
              </a:extLst>
            </p:cNvPr>
            <p:cNvSpPr txBox="1"/>
            <p:nvPr/>
          </p:nvSpPr>
          <p:spPr>
            <a:xfrm>
              <a:off x="814038" y="2315737"/>
              <a:ext cx="330076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Internet’s “thin waist”: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one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network layer protocol: IP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must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be implemented by every (billions) of Internet-connected devices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98282D7-C09C-8C4D-B993-73C11EA17479}"/>
                </a:ext>
              </a:extLst>
            </p:cNvPr>
            <p:cNvCxnSpPr/>
            <p:nvPr/>
          </p:nvCxnSpPr>
          <p:spPr>
            <a:xfrm>
              <a:off x="4103650" y="3657601"/>
              <a:ext cx="1416205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B39DAD73-A59C-844C-82D2-98B789AF87B4}"/>
              </a:ext>
            </a:extLst>
          </p:cNvPr>
          <p:cNvGrpSpPr/>
          <p:nvPr/>
        </p:nvGrpSpPr>
        <p:grpSpPr>
          <a:xfrm>
            <a:off x="6761019" y="2397851"/>
            <a:ext cx="5180585" cy="2520510"/>
            <a:chOff x="6761019" y="2397851"/>
            <a:chExt cx="5180585" cy="252051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0151133-0DCF-4F4E-9CDA-634434080F2F}"/>
                </a:ext>
              </a:extLst>
            </p:cNvPr>
            <p:cNvSpPr txBox="1"/>
            <p:nvPr/>
          </p:nvSpPr>
          <p:spPr>
            <a:xfrm>
              <a:off x="9309916" y="2397851"/>
              <a:ext cx="2631688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many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protocols in physical, link, transport, and application layers </a:t>
              </a:r>
            </a:p>
          </p:txBody>
        </p:sp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CCF9C436-9C11-1E43-8FA2-B49863655B5F}"/>
                </a:ext>
              </a:extLst>
            </p:cNvPr>
            <p:cNvGrpSpPr/>
            <p:nvPr/>
          </p:nvGrpSpPr>
          <p:grpSpPr>
            <a:xfrm>
              <a:off x="7232069" y="2410687"/>
              <a:ext cx="2036621" cy="2507674"/>
              <a:chOff x="7315200" y="2521527"/>
              <a:chExt cx="1427018" cy="2507674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9FCE1B0-FAA6-8244-BA7B-BB385915D8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29055" y="3768436"/>
                <a:ext cx="1413163" cy="126076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Straight Connector 623">
                <a:extLst>
                  <a:ext uri="{FF2B5EF4-FFF2-40B4-BE49-F238E27FC236}">
                    <a16:creationId xmlns:a16="http://schemas.microsoft.com/office/drawing/2014/main" id="{CE4850D0-E94C-F942-9234-36141A4954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15200" y="2521527"/>
                <a:ext cx="1413163" cy="126076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6D445703-EA03-7643-9515-93FC334315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88728" y="2978728"/>
              <a:ext cx="2466108" cy="67887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4809228A-E7A3-CC45-B53B-0D172086E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1019" y="3671455"/>
              <a:ext cx="2466108" cy="67887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270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FE05D2-3A75-914E-80F5-2B07934F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IP hourglass, at middle age</a:t>
            </a:r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4CACAAE2-F2BB-D743-9AA0-AC47A75FA461}"/>
              </a:ext>
            </a:extLst>
          </p:cNvPr>
          <p:cNvGrpSpPr/>
          <p:nvPr/>
        </p:nvGrpSpPr>
        <p:grpSpPr>
          <a:xfrm>
            <a:off x="4090857" y="1806499"/>
            <a:ext cx="3614635" cy="3698754"/>
            <a:chOff x="638638" y="3966449"/>
            <a:chExt cx="2486251" cy="2981899"/>
          </a:xfrm>
        </p:grpSpPr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21ABD275-75EE-E74D-A25D-9B7784E4E8D5}"/>
                </a:ext>
              </a:extLst>
            </p:cNvPr>
            <p:cNvSpPr/>
            <p:nvPr/>
          </p:nvSpPr>
          <p:spPr>
            <a:xfrm>
              <a:off x="698244" y="3966449"/>
              <a:ext cx="850271" cy="2960494"/>
            </a:xfrm>
            <a:custGeom>
              <a:avLst/>
              <a:gdLst>
                <a:gd name="connsiteX0" fmla="*/ 0 w 1575849"/>
                <a:gd name="connsiteY0" fmla="*/ 0 h 6135527"/>
                <a:gd name="connsiteX1" fmla="*/ 76498 w 1575849"/>
                <a:gd name="connsiteY1" fmla="*/ 1086341 h 6135527"/>
                <a:gd name="connsiteX2" fmla="*/ 1575849 w 1575849"/>
                <a:gd name="connsiteY2" fmla="*/ 3060113 h 6135527"/>
                <a:gd name="connsiteX3" fmla="*/ 61198 w 1575849"/>
                <a:gd name="connsiteY3" fmla="*/ 5217493 h 6135527"/>
                <a:gd name="connsiteX4" fmla="*/ 91797 w 1575849"/>
                <a:gd name="connsiteY4" fmla="*/ 6135527 h 6135527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952"/>
                <a:gd name="connsiteY0" fmla="*/ 0 h 6120226"/>
                <a:gd name="connsiteX1" fmla="*/ 15300 w 1514952"/>
                <a:gd name="connsiteY1" fmla="*/ 1071040 h 6120226"/>
                <a:gd name="connsiteX2" fmla="*/ 1514651 w 1514952"/>
                <a:gd name="connsiteY2" fmla="*/ 3044812 h 6120226"/>
                <a:gd name="connsiteX3" fmla="*/ 0 w 1514952"/>
                <a:gd name="connsiteY3" fmla="*/ 5202192 h 6120226"/>
                <a:gd name="connsiteX4" fmla="*/ 30599 w 1514952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820"/>
                <a:gd name="connsiteY0" fmla="*/ 0 h 6120226"/>
                <a:gd name="connsiteX1" fmla="*/ 15300 w 1514820"/>
                <a:gd name="connsiteY1" fmla="*/ 1071040 h 6120226"/>
                <a:gd name="connsiteX2" fmla="*/ 1514651 w 1514820"/>
                <a:gd name="connsiteY2" fmla="*/ 3044812 h 6120226"/>
                <a:gd name="connsiteX3" fmla="*/ 0 w 1514820"/>
                <a:gd name="connsiteY3" fmla="*/ 5202192 h 6120226"/>
                <a:gd name="connsiteX4" fmla="*/ 30599 w 1514820"/>
                <a:gd name="connsiteY4" fmla="*/ 6120226 h 6120226"/>
                <a:gd name="connsiteX0" fmla="*/ 0 w 1514804"/>
                <a:gd name="connsiteY0" fmla="*/ 0 h 6120226"/>
                <a:gd name="connsiteX1" fmla="*/ 15300 w 1514804"/>
                <a:gd name="connsiteY1" fmla="*/ 1071040 h 6120226"/>
                <a:gd name="connsiteX2" fmla="*/ 1514651 w 1514804"/>
                <a:gd name="connsiteY2" fmla="*/ 3044812 h 6120226"/>
                <a:gd name="connsiteX3" fmla="*/ 0 w 1514804"/>
                <a:gd name="connsiteY3" fmla="*/ 5202192 h 6120226"/>
                <a:gd name="connsiteX4" fmla="*/ 30599 w 1514804"/>
                <a:gd name="connsiteY4" fmla="*/ 6120226 h 6120226"/>
                <a:gd name="connsiteX0" fmla="*/ 15299 w 1530103"/>
                <a:gd name="connsiteY0" fmla="*/ 0 h 6104925"/>
                <a:gd name="connsiteX1" fmla="*/ 30599 w 1530103"/>
                <a:gd name="connsiteY1" fmla="*/ 1071040 h 6104925"/>
                <a:gd name="connsiteX2" fmla="*/ 1529950 w 1530103"/>
                <a:gd name="connsiteY2" fmla="*/ 3044812 h 6104925"/>
                <a:gd name="connsiteX3" fmla="*/ 15299 w 1530103"/>
                <a:gd name="connsiteY3" fmla="*/ 5202192 h 6104925"/>
                <a:gd name="connsiteX4" fmla="*/ 0 w 1530103"/>
                <a:gd name="connsiteY4" fmla="*/ 6104925 h 6104925"/>
                <a:gd name="connsiteX0" fmla="*/ 0 w 1514804"/>
                <a:gd name="connsiteY0" fmla="*/ 0 h 6104925"/>
                <a:gd name="connsiteX1" fmla="*/ 15300 w 1514804"/>
                <a:gd name="connsiteY1" fmla="*/ 1071040 h 6104925"/>
                <a:gd name="connsiteX2" fmla="*/ 1514651 w 1514804"/>
                <a:gd name="connsiteY2" fmla="*/ 3044812 h 6104925"/>
                <a:gd name="connsiteX3" fmla="*/ 0 w 1514804"/>
                <a:gd name="connsiteY3" fmla="*/ 5202192 h 6104925"/>
                <a:gd name="connsiteX4" fmla="*/ 61199 w 1514804"/>
                <a:gd name="connsiteY4" fmla="*/ 6104925 h 6104925"/>
                <a:gd name="connsiteX0" fmla="*/ 0 w 1514653"/>
                <a:gd name="connsiteY0" fmla="*/ 0 h 6104925"/>
                <a:gd name="connsiteX1" fmla="*/ 15300 w 1514653"/>
                <a:gd name="connsiteY1" fmla="*/ 1071040 h 6104925"/>
                <a:gd name="connsiteX2" fmla="*/ 1514651 w 1514653"/>
                <a:gd name="connsiteY2" fmla="*/ 3044812 h 6104925"/>
                <a:gd name="connsiteX3" fmla="*/ 27021 w 1514653"/>
                <a:gd name="connsiteY3" fmla="*/ 5206052 h 6104925"/>
                <a:gd name="connsiteX4" fmla="*/ 61199 w 1514653"/>
                <a:gd name="connsiteY4" fmla="*/ 6104925 h 6104925"/>
                <a:gd name="connsiteX0" fmla="*/ 0 w 1514653"/>
                <a:gd name="connsiteY0" fmla="*/ 0 h 6101065"/>
                <a:gd name="connsiteX1" fmla="*/ 15300 w 1514653"/>
                <a:gd name="connsiteY1" fmla="*/ 1071040 h 6101065"/>
                <a:gd name="connsiteX2" fmla="*/ 1514651 w 1514653"/>
                <a:gd name="connsiteY2" fmla="*/ 3044812 h 6101065"/>
                <a:gd name="connsiteX3" fmla="*/ 27021 w 1514653"/>
                <a:gd name="connsiteY3" fmla="*/ 5206052 h 6101065"/>
                <a:gd name="connsiteX4" fmla="*/ 41898 w 1514653"/>
                <a:gd name="connsiteY4" fmla="*/ 6101065 h 6101065"/>
                <a:gd name="connsiteX0" fmla="*/ 0 w 1514653"/>
                <a:gd name="connsiteY0" fmla="*/ 0 h 6097204"/>
                <a:gd name="connsiteX1" fmla="*/ 15300 w 1514653"/>
                <a:gd name="connsiteY1" fmla="*/ 1071040 h 6097204"/>
                <a:gd name="connsiteX2" fmla="*/ 1514651 w 1514653"/>
                <a:gd name="connsiteY2" fmla="*/ 3044812 h 6097204"/>
                <a:gd name="connsiteX3" fmla="*/ 27021 w 1514653"/>
                <a:gd name="connsiteY3" fmla="*/ 5206052 h 6097204"/>
                <a:gd name="connsiteX4" fmla="*/ 26458 w 1514653"/>
                <a:gd name="connsiteY4" fmla="*/ 6097204 h 6097204"/>
                <a:gd name="connsiteX0" fmla="*/ 0 w 1506933"/>
                <a:gd name="connsiteY0" fmla="*/ 0 h 6062462"/>
                <a:gd name="connsiteX1" fmla="*/ 7580 w 1506933"/>
                <a:gd name="connsiteY1" fmla="*/ 1036298 h 6062462"/>
                <a:gd name="connsiteX2" fmla="*/ 1506931 w 1506933"/>
                <a:gd name="connsiteY2" fmla="*/ 3010070 h 6062462"/>
                <a:gd name="connsiteX3" fmla="*/ 19301 w 1506933"/>
                <a:gd name="connsiteY3" fmla="*/ 5171310 h 6062462"/>
                <a:gd name="connsiteX4" fmla="*/ 18738 w 1506933"/>
                <a:gd name="connsiteY4" fmla="*/ 6062462 h 6062462"/>
                <a:gd name="connsiteX0" fmla="*/ 0 w 1507072"/>
                <a:gd name="connsiteY0" fmla="*/ 0 h 6062462"/>
                <a:gd name="connsiteX1" fmla="*/ 7580 w 1507072"/>
                <a:gd name="connsiteY1" fmla="*/ 1036298 h 6062462"/>
                <a:gd name="connsiteX2" fmla="*/ 1506931 w 1507072"/>
                <a:gd name="connsiteY2" fmla="*/ 3010070 h 6062462"/>
                <a:gd name="connsiteX3" fmla="*/ 19301 w 1507072"/>
                <a:gd name="connsiteY3" fmla="*/ 5171310 h 6062462"/>
                <a:gd name="connsiteX4" fmla="*/ 18738 w 1507072"/>
                <a:gd name="connsiteY4" fmla="*/ 6062462 h 6062462"/>
                <a:gd name="connsiteX0" fmla="*/ 0 w 1460039"/>
                <a:gd name="connsiteY0" fmla="*/ 0 h 6062462"/>
                <a:gd name="connsiteX1" fmla="*/ 7580 w 1460039"/>
                <a:gd name="connsiteY1" fmla="*/ 1036298 h 6062462"/>
                <a:gd name="connsiteX2" fmla="*/ 1459891 w 1460039"/>
                <a:gd name="connsiteY2" fmla="*/ 3010070 h 6062462"/>
                <a:gd name="connsiteX3" fmla="*/ 19301 w 1460039"/>
                <a:gd name="connsiteY3" fmla="*/ 5171310 h 6062462"/>
                <a:gd name="connsiteX4" fmla="*/ 18738 w 1460039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5757662"/>
                <a:gd name="connsiteX1" fmla="*/ 7580 w 1460045"/>
                <a:gd name="connsiteY1" fmla="*/ 1036298 h 5757662"/>
                <a:gd name="connsiteX2" fmla="*/ 1459891 w 1460045"/>
                <a:gd name="connsiteY2" fmla="*/ 3010070 h 5757662"/>
                <a:gd name="connsiteX3" fmla="*/ 19301 w 1460045"/>
                <a:gd name="connsiteY3" fmla="*/ 5171310 h 5757662"/>
                <a:gd name="connsiteX4" fmla="*/ 18738 w 1460045"/>
                <a:gd name="connsiteY4" fmla="*/ 5757662 h 5757662"/>
                <a:gd name="connsiteX0" fmla="*/ 0 w 1460045"/>
                <a:gd name="connsiteY0" fmla="*/ 0 h 5211562"/>
                <a:gd name="connsiteX1" fmla="*/ 7580 w 1460045"/>
                <a:gd name="connsiteY1" fmla="*/ 490198 h 5211562"/>
                <a:gd name="connsiteX2" fmla="*/ 1459891 w 1460045"/>
                <a:gd name="connsiteY2" fmla="*/ 2463970 h 5211562"/>
                <a:gd name="connsiteX3" fmla="*/ 19301 w 1460045"/>
                <a:gd name="connsiteY3" fmla="*/ 4625210 h 5211562"/>
                <a:gd name="connsiteX4" fmla="*/ 18738 w 1460045"/>
                <a:gd name="connsiteY4" fmla="*/ 5211562 h 5211562"/>
                <a:gd name="connsiteX0" fmla="*/ 942 w 1460987"/>
                <a:gd name="connsiteY0" fmla="*/ 0 h 5211562"/>
                <a:gd name="connsiteX1" fmla="*/ 8522 w 1460987"/>
                <a:gd name="connsiteY1" fmla="*/ 490198 h 5211562"/>
                <a:gd name="connsiteX2" fmla="*/ 1460833 w 1460987"/>
                <a:gd name="connsiteY2" fmla="*/ 2463970 h 5211562"/>
                <a:gd name="connsiteX3" fmla="*/ 20243 w 1460987"/>
                <a:gd name="connsiteY3" fmla="*/ 4625210 h 5211562"/>
                <a:gd name="connsiteX4" fmla="*/ 19680 w 1460987"/>
                <a:gd name="connsiteY4" fmla="*/ 5211562 h 5211562"/>
                <a:gd name="connsiteX0" fmla="*/ 9665 w 1469710"/>
                <a:gd name="connsiteY0" fmla="*/ 0 h 5211562"/>
                <a:gd name="connsiteX1" fmla="*/ 17245 w 1469710"/>
                <a:gd name="connsiteY1" fmla="*/ 490198 h 5211562"/>
                <a:gd name="connsiteX2" fmla="*/ 1469556 w 1469710"/>
                <a:gd name="connsiteY2" fmla="*/ 2463970 h 5211562"/>
                <a:gd name="connsiteX3" fmla="*/ 28966 w 1469710"/>
                <a:gd name="connsiteY3" fmla="*/ 4625210 h 5211562"/>
                <a:gd name="connsiteX4" fmla="*/ 28403 w 1469710"/>
                <a:gd name="connsiteY4" fmla="*/ 5211562 h 5211562"/>
                <a:gd name="connsiteX0" fmla="*/ 9665 w 1469710"/>
                <a:gd name="connsiteY0" fmla="*/ 0 h 5211562"/>
                <a:gd name="connsiteX1" fmla="*/ 17245 w 1469710"/>
                <a:gd name="connsiteY1" fmla="*/ 490198 h 5211562"/>
                <a:gd name="connsiteX2" fmla="*/ 1469556 w 1469710"/>
                <a:gd name="connsiteY2" fmla="*/ 2463970 h 5211562"/>
                <a:gd name="connsiteX3" fmla="*/ 28966 w 1469710"/>
                <a:gd name="connsiteY3" fmla="*/ 4625210 h 5211562"/>
                <a:gd name="connsiteX4" fmla="*/ 28403 w 1469710"/>
                <a:gd name="connsiteY4" fmla="*/ 5211562 h 5211562"/>
                <a:gd name="connsiteX0" fmla="*/ 13012 w 1473057"/>
                <a:gd name="connsiteY0" fmla="*/ 0 h 5030587"/>
                <a:gd name="connsiteX1" fmla="*/ 20592 w 1473057"/>
                <a:gd name="connsiteY1" fmla="*/ 490198 h 5030587"/>
                <a:gd name="connsiteX2" fmla="*/ 1472903 w 1473057"/>
                <a:gd name="connsiteY2" fmla="*/ 2463970 h 5030587"/>
                <a:gd name="connsiteX3" fmla="*/ 32313 w 1473057"/>
                <a:gd name="connsiteY3" fmla="*/ 4625210 h 5030587"/>
                <a:gd name="connsiteX4" fmla="*/ 0 w 1473057"/>
                <a:gd name="connsiteY4" fmla="*/ 5030587 h 5030587"/>
                <a:gd name="connsiteX0" fmla="*/ 13672 w 1473717"/>
                <a:gd name="connsiteY0" fmla="*/ 0 h 5030587"/>
                <a:gd name="connsiteX1" fmla="*/ 21252 w 1473717"/>
                <a:gd name="connsiteY1" fmla="*/ 490198 h 5030587"/>
                <a:gd name="connsiteX2" fmla="*/ 1473563 w 1473717"/>
                <a:gd name="connsiteY2" fmla="*/ 2463970 h 5030587"/>
                <a:gd name="connsiteX3" fmla="*/ 32973 w 1473717"/>
                <a:gd name="connsiteY3" fmla="*/ 4625210 h 5030587"/>
                <a:gd name="connsiteX4" fmla="*/ 660 w 1473717"/>
                <a:gd name="connsiteY4" fmla="*/ 5030587 h 5030587"/>
                <a:gd name="connsiteX0" fmla="*/ 16711 w 1476756"/>
                <a:gd name="connsiteY0" fmla="*/ 0 h 5030587"/>
                <a:gd name="connsiteX1" fmla="*/ 24291 w 1476756"/>
                <a:gd name="connsiteY1" fmla="*/ 490198 h 5030587"/>
                <a:gd name="connsiteX2" fmla="*/ 1476602 w 1476756"/>
                <a:gd name="connsiteY2" fmla="*/ 2463970 h 5030587"/>
                <a:gd name="connsiteX3" fmla="*/ 36012 w 1476756"/>
                <a:gd name="connsiteY3" fmla="*/ 4625210 h 5030587"/>
                <a:gd name="connsiteX4" fmla="*/ 3699 w 1476756"/>
                <a:gd name="connsiteY4" fmla="*/ 5030587 h 5030587"/>
                <a:gd name="connsiteX0" fmla="*/ 15329 w 1475374"/>
                <a:gd name="connsiteY0" fmla="*/ 0 h 5030587"/>
                <a:gd name="connsiteX1" fmla="*/ 22909 w 1475374"/>
                <a:gd name="connsiteY1" fmla="*/ 490198 h 5030587"/>
                <a:gd name="connsiteX2" fmla="*/ 1475220 w 1475374"/>
                <a:gd name="connsiteY2" fmla="*/ 2463970 h 5030587"/>
                <a:gd name="connsiteX3" fmla="*/ 34630 w 1475374"/>
                <a:gd name="connsiteY3" fmla="*/ 4625210 h 5030587"/>
                <a:gd name="connsiteX4" fmla="*/ 2317 w 1475374"/>
                <a:gd name="connsiteY4" fmla="*/ 5030587 h 503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374" h="5030587">
                  <a:moveTo>
                    <a:pt x="15329" y="0"/>
                  </a:moveTo>
                  <a:cubicBezTo>
                    <a:pt x="11506" y="126358"/>
                    <a:pt x="-8193" y="338440"/>
                    <a:pt x="22909" y="490198"/>
                  </a:cubicBezTo>
                  <a:cubicBezTo>
                    <a:pt x="582101" y="1884724"/>
                    <a:pt x="1488947" y="1931578"/>
                    <a:pt x="1475220" y="2463970"/>
                  </a:cubicBezTo>
                  <a:cubicBezTo>
                    <a:pt x="1461493" y="2996362"/>
                    <a:pt x="432418" y="3246650"/>
                    <a:pt x="34630" y="4625210"/>
                  </a:cubicBezTo>
                  <a:cubicBezTo>
                    <a:pt x="-13183" y="4820661"/>
                    <a:pt x="2505" y="4908161"/>
                    <a:pt x="2317" y="5030587"/>
                  </a:cubicBezTo>
                </a:path>
              </a:pathLst>
            </a:cu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F9D51435-8C20-F648-960E-650E734D4C44}"/>
                </a:ext>
              </a:extLst>
            </p:cNvPr>
            <p:cNvSpPr/>
            <p:nvPr/>
          </p:nvSpPr>
          <p:spPr>
            <a:xfrm flipH="1">
              <a:off x="2208181" y="3968317"/>
              <a:ext cx="848879" cy="2945546"/>
            </a:xfrm>
            <a:custGeom>
              <a:avLst/>
              <a:gdLst>
                <a:gd name="connsiteX0" fmla="*/ 0 w 1575849"/>
                <a:gd name="connsiteY0" fmla="*/ 0 h 6135527"/>
                <a:gd name="connsiteX1" fmla="*/ 76498 w 1575849"/>
                <a:gd name="connsiteY1" fmla="*/ 1086341 h 6135527"/>
                <a:gd name="connsiteX2" fmla="*/ 1575849 w 1575849"/>
                <a:gd name="connsiteY2" fmla="*/ 3060113 h 6135527"/>
                <a:gd name="connsiteX3" fmla="*/ 61198 w 1575849"/>
                <a:gd name="connsiteY3" fmla="*/ 5217493 h 6135527"/>
                <a:gd name="connsiteX4" fmla="*/ 91797 w 1575849"/>
                <a:gd name="connsiteY4" fmla="*/ 6135527 h 6135527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952"/>
                <a:gd name="connsiteY0" fmla="*/ 0 h 6120226"/>
                <a:gd name="connsiteX1" fmla="*/ 15300 w 1514952"/>
                <a:gd name="connsiteY1" fmla="*/ 1071040 h 6120226"/>
                <a:gd name="connsiteX2" fmla="*/ 1514651 w 1514952"/>
                <a:gd name="connsiteY2" fmla="*/ 3044812 h 6120226"/>
                <a:gd name="connsiteX3" fmla="*/ 0 w 1514952"/>
                <a:gd name="connsiteY3" fmla="*/ 5202192 h 6120226"/>
                <a:gd name="connsiteX4" fmla="*/ 30599 w 1514952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651"/>
                <a:gd name="connsiteY0" fmla="*/ 0 h 6120226"/>
                <a:gd name="connsiteX1" fmla="*/ 15300 w 1514651"/>
                <a:gd name="connsiteY1" fmla="*/ 1071040 h 6120226"/>
                <a:gd name="connsiteX2" fmla="*/ 1514651 w 1514651"/>
                <a:gd name="connsiteY2" fmla="*/ 3044812 h 6120226"/>
                <a:gd name="connsiteX3" fmla="*/ 0 w 1514651"/>
                <a:gd name="connsiteY3" fmla="*/ 5202192 h 6120226"/>
                <a:gd name="connsiteX4" fmla="*/ 30599 w 1514651"/>
                <a:gd name="connsiteY4" fmla="*/ 6120226 h 6120226"/>
                <a:gd name="connsiteX0" fmla="*/ 0 w 1514820"/>
                <a:gd name="connsiteY0" fmla="*/ 0 h 6120226"/>
                <a:gd name="connsiteX1" fmla="*/ 15300 w 1514820"/>
                <a:gd name="connsiteY1" fmla="*/ 1071040 h 6120226"/>
                <a:gd name="connsiteX2" fmla="*/ 1514651 w 1514820"/>
                <a:gd name="connsiteY2" fmla="*/ 3044812 h 6120226"/>
                <a:gd name="connsiteX3" fmla="*/ 0 w 1514820"/>
                <a:gd name="connsiteY3" fmla="*/ 5202192 h 6120226"/>
                <a:gd name="connsiteX4" fmla="*/ 30599 w 1514820"/>
                <a:gd name="connsiteY4" fmla="*/ 6120226 h 6120226"/>
                <a:gd name="connsiteX0" fmla="*/ 0 w 1514804"/>
                <a:gd name="connsiteY0" fmla="*/ 0 h 6120226"/>
                <a:gd name="connsiteX1" fmla="*/ 15300 w 1514804"/>
                <a:gd name="connsiteY1" fmla="*/ 1071040 h 6120226"/>
                <a:gd name="connsiteX2" fmla="*/ 1514651 w 1514804"/>
                <a:gd name="connsiteY2" fmla="*/ 3044812 h 6120226"/>
                <a:gd name="connsiteX3" fmla="*/ 0 w 1514804"/>
                <a:gd name="connsiteY3" fmla="*/ 5202192 h 6120226"/>
                <a:gd name="connsiteX4" fmla="*/ 30599 w 1514804"/>
                <a:gd name="connsiteY4" fmla="*/ 6120226 h 6120226"/>
                <a:gd name="connsiteX0" fmla="*/ 15299 w 1530103"/>
                <a:gd name="connsiteY0" fmla="*/ 0 h 6104925"/>
                <a:gd name="connsiteX1" fmla="*/ 30599 w 1530103"/>
                <a:gd name="connsiteY1" fmla="*/ 1071040 h 6104925"/>
                <a:gd name="connsiteX2" fmla="*/ 1529950 w 1530103"/>
                <a:gd name="connsiteY2" fmla="*/ 3044812 h 6104925"/>
                <a:gd name="connsiteX3" fmla="*/ 15299 w 1530103"/>
                <a:gd name="connsiteY3" fmla="*/ 5202192 h 6104925"/>
                <a:gd name="connsiteX4" fmla="*/ 0 w 1530103"/>
                <a:gd name="connsiteY4" fmla="*/ 6104925 h 6104925"/>
                <a:gd name="connsiteX0" fmla="*/ 0 w 1514804"/>
                <a:gd name="connsiteY0" fmla="*/ 0 h 6104925"/>
                <a:gd name="connsiteX1" fmla="*/ 15300 w 1514804"/>
                <a:gd name="connsiteY1" fmla="*/ 1071040 h 6104925"/>
                <a:gd name="connsiteX2" fmla="*/ 1514651 w 1514804"/>
                <a:gd name="connsiteY2" fmla="*/ 3044812 h 6104925"/>
                <a:gd name="connsiteX3" fmla="*/ 0 w 1514804"/>
                <a:gd name="connsiteY3" fmla="*/ 5202192 h 6104925"/>
                <a:gd name="connsiteX4" fmla="*/ 61199 w 1514804"/>
                <a:gd name="connsiteY4" fmla="*/ 6104925 h 6104925"/>
                <a:gd name="connsiteX0" fmla="*/ 0 w 1514653"/>
                <a:gd name="connsiteY0" fmla="*/ 0 h 6104925"/>
                <a:gd name="connsiteX1" fmla="*/ 15300 w 1514653"/>
                <a:gd name="connsiteY1" fmla="*/ 1071040 h 6104925"/>
                <a:gd name="connsiteX2" fmla="*/ 1514651 w 1514653"/>
                <a:gd name="connsiteY2" fmla="*/ 3044812 h 6104925"/>
                <a:gd name="connsiteX3" fmla="*/ 27021 w 1514653"/>
                <a:gd name="connsiteY3" fmla="*/ 5206052 h 6104925"/>
                <a:gd name="connsiteX4" fmla="*/ 61199 w 1514653"/>
                <a:gd name="connsiteY4" fmla="*/ 6104925 h 6104925"/>
                <a:gd name="connsiteX0" fmla="*/ 0 w 1514653"/>
                <a:gd name="connsiteY0" fmla="*/ 0 h 6101065"/>
                <a:gd name="connsiteX1" fmla="*/ 15300 w 1514653"/>
                <a:gd name="connsiteY1" fmla="*/ 1071040 h 6101065"/>
                <a:gd name="connsiteX2" fmla="*/ 1514651 w 1514653"/>
                <a:gd name="connsiteY2" fmla="*/ 3044812 h 6101065"/>
                <a:gd name="connsiteX3" fmla="*/ 27021 w 1514653"/>
                <a:gd name="connsiteY3" fmla="*/ 5206052 h 6101065"/>
                <a:gd name="connsiteX4" fmla="*/ 41898 w 1514653"/>
                <a:gd name="connsiteY4" fmla="*/ 6101065 h 6101065"/>
                <a:gd name="connsiteX0" fmla="*/ 0 w 1514653"/>
                <a:gd name="connsiteY0" fmla="*/ 0 h 6097204"/>
                <a:gd name="connsiteX1" fmla="*/ 15300 w 1514653"/>
                <a:gd name="connsiteY1" fmla="*/ 1071040 h 6097204"/>
                <a:gd name="connsiteX2" fmla="*/ 1514651 w 1514653"/>
                <a:gd name="connsiteY2" fmla="*/ 3044812 h 6097204"/>
                <a:gd name="connsiteX3" fmla="*/ 27021 w 1514653"/>
                <a:gd name="connsiteY3" fmla="*/ 5206052 h 6097204"/>
                <a:gd name="connsiteX4" fmla="*/ 26458 w 1514653"/>
                <a:gd name="connsiteY4" fmla="*/ 6097204 h 6097204"/>
                <a:gd name="connsiteX0" fmla="*/ 0 w 1506933"/>
                <a:gd name="connsiteY0" fmla="*/ 0 h 6062462"/>
                <a:gd name="connsiteX1" fmla="*/ 7580 w 1506933"/>
                <a:gd name="connsiteY1" fmla="*/ 1036298 h 6062462"/>
                <a:gd name="connsiteX2" fmla="*/ 1506931 w 1506933"/>
                <a:gd name="connsiteY2" fmla="*/ 3010070 h 6062462"/>
                <a:gd name="connsiteX3" fmla="*/ 19301 w 1506933"/>
                <a:gd name="connsiteY3" fmla="*/ 5171310 h 6062462"/>
                <a:gd name="connsiteX4" fmla="*/ 18738 w 1506933"/>
                <a:gd name="connsiteY4" fmla="*/ 6062462 h 6062462"/>
                <a:gd name="connsiteX0" fmla="*/ 0 w 1507072"/>
                <a:gd name="connsiteY0" fmla="*/ 0 h 6062462"/>
                <a:gd name="connsiteX1" fmla="*/ 7580 w 1507072"/>
                <a:gd name="connsiteY1" fmla="*/ 1036298 h 6062462"/>
                <a:gd name="connsiteX2" fmla="*/ 1506931 w 1507072"/>
                <a:gd name="connsiteY2" fmla="*/ 3010070 h 6062462"/>
                <a:gd name="connsiteX3" fmla="*/ 19301 w 1507072"/>
                <a:gd name="connsiteY3" fmla="*/ 5171310 h 6062462"/>
                <a:gd name="connsiteX4" fmla="*/ 18738 w 1507072"/>
                <a:gd name="connsiteY4" fmla="*/ 6062462 h 6062462"/>
                <a:gd name="connsiteX0" fmla="*/ 0 w 1460039"/>
                <a:gd name="connsiteY0" fmla="*/ 0 h 6062462"/>
                <a:gd name="connsiteX1" fmla="*/ 7580 w 1460039"/>
                <a:gd name="connsiteY1" fmla="*/ 1036298 h 6062462"/>
                <a:gd name="connsiteX2" fmla="*/ 1459891 w 1460039"/>
                <a:gd name="connsiteY2" fmla="*/ 3010070 h 6062462"/>
                <a:gd name="connsiteX3" fmla="*/ 19301 w 1460039"/>
                <a:gd name="connsiteY3" fmla="*/ 5171310 h 6062462"/>
                <a:gd name="connsiteX4" fmla="*/ 18738 w 1460039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6062462"/>
                <a:gd name="connsiteX1" fmla="*/ 7580 w 1460045"/>
                <a:gd name="connsiteY1" fmla="*/ 1036298 h 6062462"/>
                <a:gd name="connsiteX2" fmla="*/ 1459891 w 1460045"/>
                <a:gd name="connsiteY2" fmla="*/ 3010070 h 6062462"/>
                <a:gd name="connsiteX3" fmla="*/ 19301 w 1460045"/>
                <a:gd name="connsiteY3" fmla="*/ 5171310 h 6062462"/>
                <a:gd name="connsiteX4" fmla="*/ 18738 w 1460045"/>
                <a:gd name="connsiteY4" fmla="*/ 6062462 h 6062462"/>
                <a:gd name="connsiteX0" fmla="*/ 0 w 1460045"/>
                <a:gd name="connsiteY0" fmla="*/ 0 h 5767187"/>
                <a:gd name="connsiteX1" fmla="*/ 7580 w 1460045"/>
                <a:gd name="connsiteY1" fmla="*/ 1036298 h 5767187"/>
                <a:gd name="connsiteX2" fmla="*/ 1459891 w 1460045"/>
                <a:gd name="connsiteY2" fmla="*/ 3010070 h 5767187"/>
                <a:gd name="connsiteX3" fmla="*/ 19301 w 1460045"/>
                <a:gd name="connsiteY3" fmla="*/ 5171310 h 5767187"/>
                <a:gd name="connsiteX4" fmla="*/ 21913 w 1460045"/>
                <a:gd name="connsiteY4" fmla="*/ 5767187 h 5767187"/>
                <a:gd name="connsiteX0" fmla="*/ 0 w 1460045"/>
                <a:gd name="connsiteY0" fmla="*/ 0 h 5767187"/>
                <a:gd name="connsiteX1" fmla="*/ 7580 w 1460045"/>
                <a:gd name="connsiteY1" fmla="*/ 1036298 h 5767187"/>
                <a:gd name="connsiteX2" fmla="*/ 1459891 w 1460045"/>
                <a:gd name="connsiteY2" fmla="*/ 3010070 h 5767187"/>
                <a:gd name="connsiteX3" fmla="*/ 19301 w 1460045"/>
                <a:gd name="connsiteY3" fmla="*/ 5171310 h 5767187"/>
                <a:gd name="connsiteX4" fmla="*/ 21913 w 1460045"/>
                <a:gd name="connsiteY4" fmla="*/ 5767187 h 5767187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0 w 1466395"/>
                <a:gd name="connsiteY0" fmla="*/ 0 h 5217912"/>
                <a:gd name="connsiteX1" fmla="*/ 13930 w 1466395"/>
                <a:gd name="connsiteY1" fmla="*/ 487023 h 5217912"/>
                <a:gd name="connsiteX2" fmla="*/ 1466241 w 1466395"/>
                <a:gd name="connsiteY2" fmla="*/ 2460795 h 5217912"/>
                <a:gd name="connsiteX3" fmla="*/ 25651 w 1466395"/>
                <a:gd name="connsiteY3" fmla="*/ 4622035 h 5217912"/>
                <a:gd name="connsiteX4" fmla="*/ 28263 w 1466395"/>
                <a:gd name="connsiteY4" fmla="*/ 5217912 h 5217912"/>
                <a:gd name="connsiteX0" fmla="*/ 6564 w 1472959"/>
                <a:gd name="connsiteY0" fmla="*/ 0 h 5217912"/>
                <a:gd name="connsiteX1" fmla="*/ 20494 w 1472959"/>
                <a:gd name="connsiteY1" fmla="*/ 487023 h 5217912"/>
                <a:gd name="connsiteX2" fmla="*/ 1472805 w 1472959"/>
                <a:gd name="connsiteY2" fmla="*/ 2460795 h 5217912"/>
                <a:gd name="connsiteX3" fmla="*/ 32215 w 1472959"/>
                <a:gd name="connsiteY3" fmla="*/ 4622035 h 5217912"/>
                <a:gd name="connsiteX4" fmla="*/ 34827 w 1472959"/>
                <a:gd name="connsiteY4" fmla="*/ 5217912 h 5217912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28477 w 1472959"/>
                <a:gd name="connsiteY4" fmla="*/ 5005187 h 5005187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28477 w 1472959"/>
                <a:gd name="connsiteY4" fmla="*/ 5005187 h 5005187"/>
                <a:gd name="connsiteX0" fmla="*/ 6564 w 1472959"/>
                <a:gd name="connsiteY0" fmla="*/ 0 h 5005187"/>
                <a:gd name="connsiteX1" fmla="*/ 20494 w 1472959"/>
                <a:gd name="connsiteY1" fmla="*/ 487023 h 5005187"/>
                <a:gd name="connsiteX2" fmla="*/ 1472805 w 1472959"/>
                <a:gd name="connsiteY2" fmla="*/ 2460795 h 5005187"/>
                <a:gd name="connsiteX3" fmla="*/ 32215 w 1472959"/>
                <a:gd name="connsiteY3" fmla="*/ 4622035 h 5005187"/>
                <a:gd name="connsiteX4" fmla="*/ 12602 w 1472959"/>
                <a:gd name="connsiteY4" fmla="*/ 5005187 h 500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2959" h="5005187">
                  <a:moveTo>
                    <a:pt x="6564" y="0"/>
                  </a:moveTo>
                  <a:cubicBezTo>
                    <a:pt x="18616" y="167633"/>
                    <a:pt x="-23308" y="297165"/>
                    <a:pt x="20494" y="487023"/>
                  </a:cubicBezTo>
                  <a:cubicBezTo>
                    <a:pt x="579686" y="1881549"/>
                    <a:pt x="1486532" y="1928403"/>
                    <a:pt x="1472805" y="2460795"/>
                  </a:cubicBezTo>
                  <a:cubicBezTo>
                    <a:pt x="1459078" y="2993187"/>
                    <a:pt x="430003" y="3243475"/>
                    <a:pt x="32215" y="4622035"/>
                  </a:cubicBezTo>
                  <a:cubicBezTo>
                    <a:pt x="6627" y="4811136"/>
                    <a:pt x="-3085" y="4835136"/>
                    <a:pt x="12602" y="5005187"/>
                  </a:cubicBezTo>
                </a:path>
              </a:pathLst>
            </a:cu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4618F758-228E-2741-8282-112CF720DF6F}"/>
                </a:ext>
              </a:extLst>
            </p:cNvPr>
            <p:cNvGrpSpPr/>
            <p:nvPr/>
          </p:nvGrpSpPr>
          <p:grpSpPr>
            <a:xfrm>
              <a:off x="638638" y="3975358"/>
              <a:ext cx="2477214" cy="120420"/>
              <a:chOff x="551293" y="7597774"/>
              <a:chExt cx="4298417" cy="204622"/>
            </a:xfrm>
          </p:grpSpPr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FE079350-79DF-9545-8BC8-D573FB34E144}"/>
                  </a:ext>
                </a:extLst>
              </p:cNvPr>
              <p:cNvSpPr/>
              <p:nvPr/>
            </p:nvSpPr>
            <p:spPr>
              <a:xfrm>
                <a:off x="669925" y="7597775"/>
                <a:ext cx="4064730" cy="20462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9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27A25043-C1B0-BA4E-8A41-C215D47613AB}"/>
                  </a:ext>
                </a:extLst>
              </p:cNvPr>
              <p:cNvGrpSpPr/>
              <p:nvPr/>
            </p:nvGrpSpPr>
            <p:grpSpPr>
              <a:xfrm>
                <a:off x="551293" y="7597774"/>
                <a:ext cx="360960" cy="204621"/>
                <a:chOff x="551293" y="7597774"/>
                <a:chExt cx="360960" cy="204621"/>
              </a:xfrm>
            </p:grpSpPr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92E3702-DE56-784B-A5A5-45ABF1F09502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2" name="Rectangle 621">
                  <a:extLst>
                    <a:ext uri="{FF2B5EF4-FFF2-40B4-BE49-F238E27FC236}">
                      <a16:creationId xmlns:a16="http://schemas.microsoft.com/office/drawing/2014/main" id="{3808829B-74A8-AA41-BCD9-CC0F6799E23F}"/>
                    </a:ext>
                  </a:extLst>
                </p:cNvPr>
                <p:cNvSpPr/>
                <p:nvPr/>
              </p:nvSpPr>
              <p:spPr>
                <a:xfrm rot="5400000">
                  <a:off x="710751" y="7569338"/>
                  <a:ext cx="142860" cy="26014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232ED5D-69B7-D84C-82B4-ED4FFE2D6C9B}"/>
                  </a:ext>
                </a:extLst>
              </p:cNvPr>
              <p:cNvGrpSpPr/>
              <p:nvPr/>
            </p:nvGrpSpPr>
            <p:grpSpPr>
              <a:xfrm flipH="1">
                <a:off x="4488749" y="7597775"/>
                <a:ext cx="360961" cy="204621"/>
                <a:chOff x="551293" y="7597774"/>
                <a:chExt cx="360961" cy="204621"/>
              </a:xfrm>
            </p:grpSpPr>
            <p:sp>
              <p:nvSpPr>
                <p:cNvPr id="556" name="Oval 555">
                  <a:extLst>
                    <a:ext uri="{FF2B5EF4-FFF2-40B4-BE49-F238E27FC236}">
                      <a16:creationId xmlns:a16="http://schemas.microsoft.com/office/drawing/2014/main" id="{ED85578C-6C77-E642-8F29-A426B2B1821C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41EE87C3-1CC6-5841-8B41-175419F42F53}"/>
                    </a:ext>
                  </a:extLst>
                </p:cNvPr>
                <p:cNvSpPr/>
                <p:nvPr/>
              </p:nvSpPr>
              <p:spPr>
                <a:xfrm rot="5400000">
                  <a:off x="712127" y="7566745"/>
                  <a:ext cx="140106" cy="2601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55DDB86F-87B7-7A4A-A260-9DA9C8D96586}"/>
                </a:ext>
              </a:extLst>
            </p:cNvPr>
            <p:cNvCxnSpPr/>
            <p:nvPr/>
          </p:nvCxnSpPr>
          <p:spPr>
            <a:xfrm>
              <a:off x="1363009" y="5119694"/>
              <a:ext cx="1037440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07151B3A-EF82-7746-8914-2FD2283B2534}"/>
                </a:ext>
              </a:extLst>
            </p:cNvPr>
            <p:cNvCxnSpPr/>
            <p:nvPr/>
          </p:nvCxnSpPr>
          <p:spPr>
            <a:xfrm>
              <a:off x="864736" y="4572767"/>
              <a:ext cx="2029754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60B278AA-4181-9746-A394-02946F4E7DCD}"/>
                </a:ext>
              </a:extLst>
            </p:cNvPr>
            <p:cNvCxnSpPr/>
            <p:nvPr/>
          </p:nvCxnSpPr>
          <p:spPr>
            <a:xfrm>
              <a:off x="904423" y="6258602"/>
              <a:ext cx="1951641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8229E90C-5F4A-A34C-9AE5-9932602E82E6}"/>
                </a:ext>
              </a:extLst>
            </p:cNvPr>
            <p:cNvCxnSpPr/>
            <p:nvPr/>
          </p:nvCxnSpPr>
          <p:spPr>
            <a:xfrm>
              <a:off x="1336990" y="5748580"/>
              <a:ext cx="1083587" cy="0"/>
            </a:xfrm>
            <a:prstGeom prst="line">
              <a:avLst/>
            </a:prstGeom>
            <a:ln w="38100">
              <a:solidFill>
                <a:srgbClr val="00009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E346524D-36CA-B54A-B1F1-CBF85E8E7585}"/>
                </a:ext>
              </a:extLst>
            </p:cNvPr>
            <p:cNvSpPr txBox="1"/>
            <p:nvPr/>
          </p:nvSpPr>
          <p:spPr>
            <a:xfrm>
              <a:off x="1701671" y="5248774"/>
              <a:ext cx="316664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15D34FD0-16F0-2D46-A82A-94BB0E07D136}"/>
                </a:ext>
              </a:extLst>
            </p:cNvPr>
            <p:cNvSpPr txBox="1"/>
            <p:nvPr/>
          </p:nvSpPr>
          <p:spPr>
            <a:xfrm>
              <a:off x="1317827" y="4665231"/>
              <a:ext cx="557470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B00C2EAF-2910-0747-B0FA-28870A4687FA}"/>
                </a:ext>
              </a:extLst>
            </p:cNvPr>
            <p:cNvSpPr txBox="1"/>
            <p:nvPr/>
          </p:nvSpPr>
          <p:spPr>
            <a:xfrm>
              <a:off x="1921463" y="4672273"/>
              <a:ext cx="565850" cy="421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1B3784FE-76B9-AB43-B263-39AA6AE0EE5B}"/>
                </a:ext>
              </a:extLst>
            </p:cNvPr>
            <p:cNvSpPr txBox="1"/>
            <p:nvPr/>
          </p:nvSpPr>
          <p:spPr>
            <a:xfrm>
              <a:off x="929163" y="4095202"/>
              <a:ext cx="50322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B1270F7A-4AB9-AB43-B1FE-233A52D8506B}"/>
                </a:ext>
              </a:extLst>
            </p:cNvPr>
            <p:cNvSpPr txBox="1"/>
            <p:nvPr/>
          </p:nvSpPr>
          <p:spPr>
            <a:xfrm>
              <a:off x="1538498" y="4104718"/>
              <a:ext cx="53718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SMTP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CBA60E0D-7559-2849-AFF6-223038FD300E}"/>
                </a:ext>
              </a:extLst>
            </p:cNvPr>
            <p:cNvSpPr txBox="1"/>
            <p:nvPr/>
          </p:nvSpPr>
          <p:spPr>
            <a:xfrm>
              <a:off x="1222850" y="4267665"/>
              <a:ext cx="497490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035EAEB8-4603-6D4D-A447-AEB37E1A8C67}"/>
                </a:ext>
              </a:extLst>
            </p:cNvPr>
            <p:cNvSpPr txBox="1"/>
            <p:nvPr/>
          </p:nvSpPr>
          <p:spPr>
            <a:xfrm>
              <a:off x="1867426" y="4272536"/>
              <a:ext cx="526863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DASH</a:t>
              </a:r>
            </a:p>
          </p:txBody>
        </p:sp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4B7AE12C-315E-EF4F-ADF9-11511AAC9ACD}"/>
                </a:ext>
              </a:extLst>
            </p:cNvPr>
            <p:cNvSpPr txBox="1"/>
            <p:nvPr/>
          </p:nvSpPr>
          <p:spPr>
            <a:xfrm>
              <a:off x="2165480" y="4095316"/>
              <a:ext cx="398741" cy="322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RTP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96089DC1-674D-2840-A233-7BE30D8880D1}"/>
                </a:ext>
              </a:extLst>
            </p:cNvPr>
            <p:cNvSpPr txBox="1"/>
            <p:nvPr/>
          </p:nvSpPr>
          <p:spPr>
            <a:xfrm>
              <a:off x="2555094" y="4099819"/>
              <a:ext cx="352734" cy="421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</a:rPr>
                <a:t>…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005BD7F5-7061-104C-ADD5-55B48EBAD477}"/>
                </a:ext>
              </a:extLst>
            </p:cNvPr>
            <p:cNvGrpSpPr/>
            <p:nvPr/>
          </p:nvGrpSpPr>
          <p:grpSpPr>
            <a:xfrm>
              <a:off x="647675" y="6827928"/>
              <a:ext cx="2477214" cy="120420"/>
              <a:chOff x="551293" y="7597774"/>
              <a:chExt cx="4298417" cy="204622"/>
            </a:xfrm>
          </p:grpSpPr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63C3EC8D-0E26-3D45-AD60-CDC3B0EED1B2}"/>
                  </a:ext>
                </a:extLst>
              </p:cNvPr>
              <p:cNvSpPr/>
              <p:nvPr/>
            </p:nvSpPr>
            <p:spPr>
              <a:xfrm>
                <a:off x="669925" y="7597775"/>
                <a:ext cx="4064730" cy="20462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9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47" name="Group 546">
                <a:extLst>
                  <a:ext uri="{FF2B5EF4-FFF2-40B4-BE49-F238E27FC236}">
                    <a16:creationId xmlns:a16="http://schemas.microsoft.com/office/drawing/2014/main" id="{3697E0BA-9A4C-5F43-8783-A94D8BFA0CA1}"/>
                  </a:ext>
                </a:extLst>
              </p:cNvPr>
              <p:cNvGrpSpPr/>
              <p:nvPr/>
            </p:nvGrpSpPr>
            <p:grpSpPr>
              <a:xfrm>
                <a:off x="551293" y="7597774"/>
                <a:ext cx="360959" cy="204621"/>
                <a:chOff x="551293" y="7597774"/>
                <a:chExt cx="360959" cy="204621"/>
              </a:xfrm>
            </p:grpSpPr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861CDB1F-8277-DD4A-8737-85AC1BCE5D36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B5B93A4-E79F-5D45-9C6C-8458DEDE50F7}"/>
                    </a:ext>
                  </a:extLst>
                </p:cNvPr>
                <p:cNvSpPr/>
                <p:nvPr/>
              </p:nvSpPr>
              <p:spPr>
                <a:xfrm rot="5400000">
                  <a:off x="712127" y="7567955"/>
                  <a:ext cx="140106" cy="26014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F7DD7855-B81F-6249-980C-AB87A67F00E5}"/>
                  </a:ext>
                </a:extLst>
              </p:cNvPr>
              <p:cNvGrpSpPr/>
              <p:nvPr/>
            </p:nvGrpSpPr>
            <p:grpSpPr>
              <a:xfrm flipH="1">
                <a:off x="4488749" y="7597775"/>
                <a:ext cx="360961" cy="204621"/>
                <a:chOff x="551293" y="7597774"/>
                <a:chExt cx="360961" cy="204621"/>
              </a:xfrm>
            </p:grpSpPr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EB5E45D9-C107-6347-AB3F-87B7D9B861E3}"/>
                    </a:ext>
                  </a:extLst>
                </p:cNvPr>
                <p:cNvSpPr/>
                <p:nvPr/>
              </p:nvSpPr>
              <p:spPr>
                <a:xfrm>
                  <a:off x="551293" y="7597774"/>
                  <a:ext cx="201182" cy="20462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009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6EA16C5-D2F9-1644-8DE7-6FA3E10C6CFA}"/>
                    </a:ext>
                  </a:extLst>
                </p:cNvPr>
                <p:cNvSpPr/>
                <p:nvPr/>
              </p:nvSpPr>
              <p:spPr>
                <a:xfrm rot="5400000">
                  <a:off x="712127" y="7572322"/>
                  <a:ext cx="140106" cy="2601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E50F34D6-33C8-6F41-8DFA-824070C0718B}"/>
                </a:ext>
              </a:extLst>
            </p:cNvPr>
            <p:cNvSpPr txBox="1"/>
            <p:nvPr/>
          </p:nvSpPr>
          <p:spPr>
            <a:xfrm>
              <a:off x="1260427" y="5749165"/>
              <a:ext cx="843878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Ethernet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9564D5C-A7B0-A444-AA5A-A33BA94B85D8}"/>
                </a:ext>
              </a:extLst>
            </p:cNvPr>
            <p:cNvSpPr txBox="1"/>
            <p:nvPr/>
          </p:nvSpPr>
          <p:spPr>
            <a:xfrm>
              <a:off x="1474067" y="5962529"/>
              <a:ext cx="556746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5C6574EE-5134-914F-A01C-C627F127D2BF}"/>
                </a:ext>
              </a:extLst>
            </p:cNvPr>
            <p:cNvSpPr txBox="1"/>
            <p:nvPr/>
          </p:nvSpPr>
          <p:spPr>
            <a:xfrm>
              <a:off x="1841467" y="5962479"/>
              <a:ext cx="818760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Bluetooth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3BE0808-5DDD-114E-ADDD-ECC9C438C7FA}"/>
                </a:ext>
              </a:extLst>
            </p:cNvPr>
            <p:cNvSpPr txBox="1"/>
            <p:nvPr/>
          </p:nvSpPr>
          <p:spPr>
            <a:xfrm>
              <a:off x="1889184" y="5749647"/>
              <a:ext cx="414591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PPP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B168751B-A687-D146-B2F2-E8BE2DC47C86}"/>
                </a:ext>
              </a:extLst>
            </p:cNvPr>
            <p:cNvSpPr txBox="1"/>
            <p:nvPr/>
          </p:nvSpPr>
          <p:spPr>
            <a:xfrm>
              <a:off x="1065185" y="5963701"/>
              <a:ext cx="526455" cy="29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PDCP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CE391214-BA61-7440-9D7B-9D42CAA4613C}"/>
                </a:ext>
              </a:extLst>
            </p:cNvPr>
            <p:cNvSpPr txBox="1"/>
            <p:nvPr/>
          </p:nvSpPr>
          <p:spPr>
            <a:xfrm>
              <a:off x="2174516" y="5708035"/>
              <a:ext cx="352734" cy="421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</a:rPr>
                <a:t>…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E68641D0-8F0C-8A4B-AAEC-7095E3CC39A2}"/>
                </a:ext>
              </a:extLst>
            </p:cNvPr>
            <p:cNvSpPr txBox="1"/>
            <p:nvPr/>
          </p:nvSpPr>
          <p:spPr>
            <a:xfrm>
              <a:off x="1050427" y="6388801"/>
              <a:ext cx="1818080" cy="322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copper   radio   fiber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1BD226E-A106-3E49-9255-FE126222ED3C}"/>
              </a:ext>
            </a:extLst>
          </p:cNvPr>
          <p:cNvGrpSpPr/>
          <p:nvPr/>
        </p:nvGrpSpPr>
        <p:grpSpPr>
          <a:xfrm>
            <a:off x="841747" y="2689811"/>
            <a:ext cx="3722144" cy="1938992"/>
            <a:chOff x="814038" y="2315737"/>
            <a:chExt cx="3722144" cy="1938992"/>
          </a:xfrm>
        </p:grpSpPr>
        <p:sp>
          <p:nvSpPr>
            <p:cNvPr id="623" name="TextBox 622">
              <a:extLst>
                <a:ext uri="{FF2B5EF4-FFF2-40B4-BE49-F238E27FC236}">
                  <a16:creationId xmlns:a16="http://schemas.microsoft.com/office/drawing/2014/main" id="{44104EE4-4A90-5E4A-B2A0-A1BD8BF943E4}"/>
                </a:ext>
              </a:extLst>
            </p:cNvPr>
            <p:cNvSpPr txBox="1"/>
            <p:nvPr/>
          </p:nvSpPr>
          <p:spPr>
            <a:xfrm>
              <a:off x="814038" y="2315737"/>
              <a:ext cx="330076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Internet’s middle age “love handles”?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middleboxes, operating inside the network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98282D7-C09C-8C4D-B993-73C11EA17479}"/>
                </a:ext>
              </a:extLst>
            </p:cNvPr>
            <p:cNvCxnSpPr/>
            <p:nvPr/>
          </p:nvCxnSpPr>
          <p:spPr>
            <a:xfrm>
              <a:off x="3119977" y="3283528"/>
              <a:ext cx="1416205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080BF89-711D-724F-AFB6-ECB6A25AFBFA}"/>
              </a:ext>
            </a:extLst>
          </p:cNvPr>
          <p:cNvSpPr/>
          <p:nvPr/>
        </p:nvSpPr>
        <p:spPr>
          <a:xfrm>
            <a:off x="5165725" y="3255382"/>
            <a:ext cx="1473200" cy="105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6DF106B-12CE-0C45-884E-A161B018E6F4}"/>
              </a:ext>
            </a:extLst>
          </p:cNvPr>
          <p:cNvSpPr/>
          <p:nvPr/>
        </p:nvSpPr>
        <p:spPr>
          <a:xfrm>
            <a:off x="5149849" y="3890382"/>
            <a:ext cx="1501775" cy="105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0397F3C-6DF9-D24B-B71C-9BFEEE0FFF39}"/>
              </a:ext>
            </a:extLst>
          </p:cNvPr>
          <p:cNvSpPr/>
          <p:nvPr/>
        </p:nvSpPr>
        <p:spPr>
          <a:xfrm flipH="1">
            <a:off x="6637380" y="3217837"/>
            <a:ext cx="369715" cy="828053"/>
          </a:xfrm>
          <a:custGeom>
            <a:avLst/>
            <a:gdLst>
              <a:gd name="connsiteX0" fmla="*/ 11723 w 11723"/>
              <a:gd name="connsiteY0" fmla="*/ 0 h 773723"/>
              <a:gd name="connsiteX1" fmla="*/ 0 w 11723"/>
              <a:gd name="connsiteY1" fmla="*/ 773723 h 773723"/>
              <a:gd name="connsiteX0" fmla="*/ 11723 w 11723"/>
              <a:gd name="connsiteY0" fmla="*/ 0 h 773723"/>
              <a:gd name="connsiteX1" fmla="*/ 0 w 11723"/>
              <a:gd name="connsiteY1" fmla="*/ 390769 h 773723"/>
              <a:gd name="connsiteX2" fmla="*/ 0 w 11723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410308 w 410308"/>
              <a:gd name="connsiteY0" fmla="*/ 0 h 773723"/>
              <a:gd name="connsiteX1" fmla="*/ 0 w 410308"/>
              <a:gd name="connsiteY1" fmla="*/ 355599 h 773723"/>
              <a:gd name="connsiteX2" fmla="*/ 398585 w 410308"/>
              <a:gd name="connsiteY2" fmla="*/ 773723 h 773723"/>
              <a:gd name="connsiteX0" fmla="*/ 411351 w 411351"/>
              <a:gd name="connsiteY0" fmla="*/ 0 h 773723"/>
              <a:gd name="connsiteX1" fmla="*/ 1043 w 411351"/>
              <a:gd name="connsiteY1" fmla="*/ 355599 h 773723"/>
              <a:gd name="connsiteX2" fmla="*/ 399628 w 411351"/>
              <a:gd name="connsiteY2" fmla="*/ 773723 h 773723"/>
              <a:gd name="connsiteX0" fmla="*/ 410419 w 410419"/>
              <a:gd name="connsiteY0" fmla="*/ 0 h 773723"/>
              <a:gd name="connsiteX1" fmla="*/ 111 w 410419"/>
              <a:gd name="connsiteY1" fmla="*/ 355599 h 773723"/>
              <a:gd name="connsiteX2" fmla="*/ 398696 w 410419"/>
              <a:gd name="connsiteY2" fmla="*/ 773723 h 773723"/>
              <a:gd name="connsiteX0" fmla="*/ 410429 w 410429"/>
              <a:gd name="connsiteY0" fmla="*/ 0 h 773723"/>
              <a:gd name="connsiteX1" fmla="*/ 121 w 410429"/>
              <a:gd name="connsiteY1" fmla="*/ 355599 h 773723"/>
              <a:gd name="connsiteX2" fmla="*/ 398706 w 410429"/>
              <a:gd name="connsiteY2" fmla="*/ 773723 h 773723"/>
              <a:gd name="connsiteX0" fmla="*/ 410429 w 410429"/>
              <a:gd name="connsiteY0" fmla="*/ 0 h 773723"/>
              <a:gd name="connsiteX1" fmla="*/ 121 w 410429"/>
              <a:gd name="connsiteY1" fmla="*/ 355599 h 773723"/>
              <a:gd name="connsiteX2" fmla="*/ 398706 w 410429"/>
              <a:gd name="connsiteY2" fmla="*/ 773723 h 773723"/>
              <a:gd name="connsiteX0" fmla="*/ 410429 w 410429"/>
              <a:gd name="connsiteY0" fmla="*/ 0 h 773723"/>
              <a:gd name="connsiteX1" fmla="*/ 363538 w 410429"/>
              <a:gd name="connsiteY1" fmla="*/ 85969 h 773723"/>
              <a:gd name="connsiteX2" fmla="*/ 121 w 410429"/>
              <a:gd name="connsiteY2" fmla="*/ 355599 h 773723"/>
              <a:gd name="connsiteX3" fmla="*/ 398706 w 410429"/>
              <a:gd name="connsiteY3" fmla="*/ 773723 h 773723"/>
              <a:gd name="connsiteX0" fmla="*/ 410308 w 430362"/>
              <a:gd name="connsiteY0" fmla="*/ 0 h 773723"/>
              <a:gd name="connsiteX1" fmla="*/ 398586 w 430362"/>
              <a:gd name="connsiteY1" fmla="*/ 113323 h 773723"/>
              <a:gd name="connsiteX2" fmla="*/ 0 w 430362"/>
              <a:gd name="connsiteY2" fmla="*/ 355599 h 773723"/>
              <a:gd name="connsiteX3" fmla="*/ 398585 w 430362"/>
              <a:gd name="connsiteY3" fmla="*/ 773723 h 773723"/>
              <a:gd name="connsiteX0" fmla="*/ 386862 w 424801"/>
              <a:gd name="connsiteY0" fmla="*/ 0 h 797170"/>
              <a:gd name="connsiteX1" fmla="*/ 398586 w 424801"/>
              <a:gd name="connsiteY1" fmla="*/ 136770 h 797170"/>
              <a:gd name="connsiteX2" fmla="*/ 0 w 424801"/>
              <a:gd name="connsiteY2" fmla="*/ 379046 h 797170"/>
              <a:gd name="connsiteX3" fmla="*/ 398585 w 424801"/>
              <a:gd name="connsiteY3" fmla="*/ 797170 h 797170"/>
              <a:gd name="connsiteX0" fmla="*/ 386945 w 424884"/>
              <a:gd name="connsiteY0" fmla="*/ 0 h 797170"/>
              <a:gd name="connsiteX1" fmla="*/ 398669 w 424884"/>
              <a:gd name="connsiteY1" fmla="*/ 136770 h 797170"/>
              <a:gd name="connsiteX2" fmla="*/ 83 w 424884"/>
              <a:gd name="connsiteY2" fmla="*/ 379046 h 797170"/>
              <a:gd name="connsiteX3" fmla="*/ 363500 w 424884"/>
              <a:gd name="connsiteY3" fmla="*/ 687755 h 797170"/>
              <a:gd name="connsiteX4" fmla="*/ 398668 w 424884"/>
              <a:gd name="connsiteY4" fmla="*/ 797170 h 797170"/>
              <a:gd name="connsiteX0" fmla="*/ 386878 w 424817"/>
              <a:gd name="connsiteY0" fmla="*/ 0 h 797170"/>
              <a:gd name="connsiteX1" fmla="*/ 398602 w 424817"/>
              <a:gd name="connsiteY1" fmla="*/ 136770 h 797170"/>
              <a:gd name="connsiteX2" fmla="*/ 16 w 424817"/>
              <a:gd name="connsiteY2" fmla="*/ 379046 h 797170"/>
              <a:gd name="connsiteX3" fmla="*/ 382972 w 424817"/>
              <a:gd name="connsiteY3" fmla="*/ 668217 h 797170"/>
              <a:gd name="connsiteX4" fmla="*/ 398601 w 424817"/>
              <a:gd name="connsiteY4" fmla="*/ 797170 h 797170"/>
              <a:gd name="connsiteX0" fmla="*/ 328267 w 366206"/>
              <a:gd name="connsiteY0" fmla="*/ 0 h 797170"/>
              <a:gd name="connsiteX1" fmla="*/ 339991 w 366206"/>
              <a:gd name="connsiteY1" fmla="*/ 136770 h 797170"/>
              <a:gd name="connsiteX2" fmla="*/ 20 w 366206"/>
              <a:gd name="connsiteY2" fmla="*/ 402492 h 797170"/>
              <a:gd name="connsiteX3" fmla="*/ 324361 w 366206"/>
              <a:gd name="connsiteY3" fmla="*/ 668217 h 797170"/>
              <a:gd name="connsiteX4" fmla="*/ 339990 w 366206"/>
              <a:gd name="connsiteY4" fmla="*/ 797170 h 797170"/>
              <a:gd name="connsiteX0" fmla="*/ 328252 w 366191"/>
              <a:gd name="connsiteY0" fmla="*/ 0 h 797170"/>
              <a:gd name="connsiteX1" fmla="*/ 339976 w 366191"/>
              <a:gd name="connsiteY1" fmla="*/ 136770 h 797170"/>
              <a:gd name="connsiteX2" fmla="*/ 5 w 366191"/>
              <a:gd name="connsiteY2" fmla="*/ 402492 h 797170"/>
              <a:gd name="connsiteX3" fmla="*/ 324346 w 366191"/>
              <a:gd name="connsiteY3" fmla="*/ 668217 h 797170"/>
              <a:gd name="connsiteX4" fmla="*/ 339975 w 366191"/>
              <a:gd name="connsiteY4" fmla="*/ 797170 h 797170"/>
              <a:gd name="connsiteX0" fmla="*/ 328252 w 366191"/>
              <a:gd name="connsiteY0" fmla="*/ 0 h 794102"/>
              <a:gd name="connsiteX1" fmla="*/ 339976 w 366191"/>
              <a:gd name="connsiteY1" fmla="*/ 136770 h 794102"/>
              <a:gd name="connsiteX2" fmla="*/ 5 w 366191"/>
              <a:gd name="connsiteY2" fmla="*/ 402492 h 794102"/>
              <a:gd name="connsiteX3" fmla="*/ 324346 w 366191"/>
              <a:gd name="connsiteY3" fmla="*/ 668217 h 794102"/>
              <a:gd name="connsiteX4" fmla="*/ 314575 w 366191"/>
              <a:gd name="connsiteY4" fmla="*/ 794102 h 794102"/>
              <a:gd name="connsiteX0" fmla="*/ 344127 w 369715"/>
              <a:gd name="connsiteY0" fmla="*/ 0 h 800239"/>
              <a:gd name="connsiteX1" fmla="*/ 339976 w 369715"/>
              <a:gd name="connsiteY1" fmla="*/ 142907 h 800239"/>
              <a:gd name="connsiteX2" fmla="*/ 5 w 369715"/>
              <a:gd name="connsiteY2" fmla="*/ 408629 h 800239"/>
              <a:gd name="connsiteX3" fmla="*/ 324346 w 369715"/>
              <a:gd name="connsiteY3" fmla="*/ 674354 h 800239"/>
              <a:gd name="connsiteX4" fmla="*/ 314575 w 369715"/>
              <a:gd name="connsiteY4" fmla="*/ 800239 h 80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715" h="800239">
                <a:moveTo>
                  <a:pt x="344127" y="0"/>
                </a:moveTo>
                <a:cubicBezTo>
                  <a:pt x="336312" y="14328"/>
                  <a:pt x="408361" y="83641"/>
                  <a:pt x="339976" y="142907"/>
                </a:cubicBezTo>
                <a:cubicBezTo>
                  <a:pt x="271591" y="202174"/>
                  <a:pt x="-1297" y="210639"/>
                  <a:pt x="5" y="408629"/>
                </a:cubicBezTo>
                <a:cubicBezTo>
                  <a:pt x="1307" y="606619"/>
                  <a:pt x="257915" y="604667"/>
                  <a:pt x="324346" y="674354"/>
                </a:cubicBezTo>
                <a:cubicBezTo>
                  <a:pt x="390777" y="744041"/>
                  <a:pt x="308714" y="782003"/>
                  <a:pt x="314575" y="800239"/>
                </a:cubicBezTo>
              </a:path>
            </a:pathLst>
          </a:custGeom>
          <a:noFill/>
          <a:ln w="34925">
            <a:solidFill>
              <a:srgbClr val="010F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438027A-AA45-614F-A5B1-3E85160CAF01}"/>
              </a:ext>
            </a:extLst>
          </p:cNvPr>
          <p:cNvSpPr/>
          <p:nvPr/>
        </p:nvSpPr>
        <p:spPr>
          <a:xfrm>
            <a:off x="4783916" y="3219154"/>
            <a:ext cx="366191" cy="818528"/>
          </a:xfrm>
          <a:custGeom>
            <a:avLst/>
            <a:gdLst>
              <a:gd name="connsiteX0" fmla="*/ 11723 w 11723"/>
              <a:gd name="connsiteY0" fmla="*/ 0 h 773723"/>
              <a:gd name="connsiteX1" fmla="*/ 0 w 11723"/>
              <a:gd name="connsiteY1" fmla="*/ 773723 h 773723"/>
              <a:gd name="connsiteX0" fmla="*/ 11723 w 11723"/>
              <a:gd name="connsiteY0" fmla="*/ 0 h 773723"/>
              <a:gd name="connsiteX1" fmla="*/ 0 w 11723"/>
              <a:gd name="connsiteY1" fmla="*/ 390769 h 773723"/>
              <a:gd name="connsiteX2" fmla="*/ 0 w 11723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511908 w 511908"/>
              <a:gd name="connsiteY0" fmla="*/ 0 h 773723"/>
              <a:gd name="connsiteX1" fmla="*/ 0 w 511908"/>
              <a:gd name="connsiteY1" fmla="*/ 398584 h 773723"/>
              <a:gd name="connsiteX2" fmla="*/ 500185 w 511908"/>
              <a:gd name="connsiteY2" fmla="*/ 773723 h 773723"/>
              <a:gd name="connsiteX0" fmla="*/ 410308 w 410308"/>
              <a:gd name="connsiteY0" fmla="*/ 0 h 773723"/>
              <a:gd name="connsiteX1" fmla="*/ 0 w 410308"/>
              <a:gd name="connsiteY1" fmla="*/ 355599 h 773723"/>
              <a:gd name="connsiteX2" fmla="*/ 398585 w 410308"/>
              <a:gd name="connsiteY2" fmla="*/ 773723 h 773723"/>
              <a:gd name="connsiteX0" fmla="*/ 411351 w 411351"/>
              <a:gd name="connsiteY0" fmla="*/ 0 h 773723"/>
              <a:gd name="connsiteX1" fmla="*/ 1043 w 411351"/>
              <a:gd name="connsiteY1" fmla="*/ 355599 h 773723"/>
              <a:gd name="connsiteX2" fmla="*/ 399628 w 411351"/>
              <a:gd name="connsiteY2" fmla="*/ 773723 h 773723"/>
              <a:gd name="connsiteX0" fmla="*/ 410419 w 410419"/>
              <a:gd name="connsiteY0" fmla="*/ 0 h 773723"/>
              <a:gd name="connsiteX1" fmla="*/ 111 w 410419"/>
              <a:gd name="connsiteY1" fmla="*/ 355599 h 773723"/>
              <a:gd name="connsiteX2" fmla="*/ 398696 w 410419"/>
              <a:gd name="connsiteY2" fmla="*/ 773723 h 773723"/>
              <a:gd name="connsiteX0" fmla="*/ 410429 w 410429"/>
              <a:gd name="connsiteY0" fmla="*/ 0 h 773723"/>
              <a:gd name="connsiteX1" fmla="*/ 121 w 410429"/>
              <a:gd name="connsiteY1" fmla="*/ 355599 h 773723"/>
              <a:gd name="connsiteX2" fmla="*/ 398706 w 410429"/>
              <a:gd name="connsiteY2" fmla="*/ 773723 h 773723"/>
              <a:gd name="connsiteX0" fmla="*/ 410429 w 410429"/>
              <a:gd name="connsiteY0" fmla="*/ 0 h 773723"/>
              <a:gd name="connsiteX1" fmla="*/ 121 w 410429"/>
              <a:gd name="connsiteY1" fmla="*/ 355599 h 773723"/>
              <a:gd name="connsiteX2" fmla="*/ 398706 w 410429"/>
              <a:gd name="connsiteY2" fmla="*/ 773723 h 773723"/>
              <a:gd name="connsiteX0" fmla="*/ 410429 w 410429"/>
              <a:gd name="connsiteY0" fmla="*/ 0 h 773723"/>
              <a:gd name="connsiteX1" fmla="*/ 363538 w 410429"/>
              <a:gd name="connsiteY1" fmla="*/ 85969 h 773723"/>
              <a:gd name="connsiteX2" fmla="*/ 121 w 410429"/>
              <a:gd name="connsiteY2" fmla="*/ 355599 h 773723"/>
              <a:gd name="connsiteX3" fmla="*/ 398706 w 410429"/>
              <a:gd name="connsiteY3" fmla="*/ 773723 h 773723"/>
              <a:gd name="connsiteX0" fmla="*/ 410308 w 430362"/>
              <a:gd name="connsiteY0" fmla="*/ 0 h 773723"/>
              <a:gd name="connsiteX1" fmla="*/ 398586 w 430362"/>
              <a:gd name="connsiteY1" fmla="*/ 113323 h 773723"/>
              <a:gd name="connsiteX2" fmla="*/ 0 w 430362"/>
              <a:gd name="connsiteY2" fmla="*/ 355599 h 773723"/>
              <a:gd name="connsiteX3" fmla="*/ 398585 w 430362"/>
              <a:gd name="connsiteY3" fmla="*/ 773723 h 773723"/>
              <a:gd name="connsiteX0" fmla="*/ 386862 w 424801"/>
              <a:gd name="connsiteY0" fmla="*/ 0 h 797170"/>
              <a:gd name="connsiteX1" fmla="*/ 398586 w 424801"/>
              <a:gd name="connsiteY1" fmla="*/ 136770 h 797170"/>
              <a:gd name="connsiteX2" fmla="*/ 0 w 424801"/>
              <a:gd name="connsiteY2" fmla="*/ 379046 h 797170"/>
              <a:gd name="connsiteX3" fmla="*/ 398585 w 424801"/>
              <a:gd name="connsiteY3" fmla="*/ 797170 h 797170"/>
              <a:gd name="connsiteX0" fmla="*/ 386945 w 424884"/>
              <a:gd name="connsiteY0" fmla="*/ 0 h 797170"/>
              <a:gd name="connsiteX1" fmla="*/ 398669 w 424884"/>
              <a:gd name="connsiteY1" fmla="*/ 136770 h 797170"/>
              <a:gd name="connsiteX2" fmla="*/ 83 w 424884"/>
              <a:gd name="connsiteY2" fmla="*/ 379046 h 797170"/>
              <a:gd name="connsiteX3" fmla="*/ 363500 w 424884"/>
              <a:gd name="connsiteY3" fmla="*/ 687755 h 797170"/>
              <a:gd name="connsiteX4" fmla="*/ 398668 w 424884"/>
              <a:gd name="connsiteY4" fmla="*/ 797170 h 797170"/>
              <a:gd name="connsiteX0" fmla="*/ 386878 w 424817"/>
              <a:gd name="connsiteY0" fmla="*/ 0 h 797170"/>
              <a:gd name="connsiteX1" fmla="*/ 398602 w 424817"/>
              <a:gd name="connsiteY1" fmla="*/ 136770 h 797170"/>
              <a:gd name="connsiteX2" fmla="*/ 16 w 424817"/>
              <a:gd name="connsiteY2" fmla="*/ 379046 h 797170"/>
              <a:gd name="connsiteX3" fmla="*/ 382972 w 424817"/>
              <a:gd name="connsiteY3" fmla="*/ 668217 h 797170"/>
              <a:gd name="connsiteX4" fmla="*/ 398601 w 424817"/>
              <a:gd name="connsiteY4" fmla="*/ 797170 h 797170"/>
              <a:gd name="connsiteX0" fmla="*/ 328267 w 366206"/>
              <a:gd name="connsiteY0" fmla="*/ 0 h 797170"/>
              <a:gd name="connsiteX1" fmla="*/ 339991 w 366206"/>
              <a:gd name="connsiteY1" fmla="*/ 136770 h 797170"/>
              <a:gd name="connsiteX2" fmla="*/ 20 w 366206"/>
              <a:gd name="connsiteY2" fmla="*/ 402492 h 797170"/>
              <a:gd name="connsiteX3" fmla="*/ 324361 w 366206"/>
              <a:gd name="connsiteY3" fmla="*/ 668217 h 797170"/>
              <a:gd name="connsiteX4" fmla="*/ 339990 w 366206"/>
              <a:gd name="connsiteY4" fmla="*/ 797170 h 797170"/>
              <a:gd name="connsiteX0" fmla="*/ 328252 w 366191"/>
              <a:gd name="connsiteY0" fmla="*/ 0 h 797170"/>
              <a:gd name="connsiteX1" fmla="*/ 339976 w 366191"/>
              <a:gd name="connsiteY1" fmla="*/ 136770 h 797170"/>
              <a:gd name="connsiteX2" fmla="*/ 5 w 366191"/>
              <a:gd name="connsiteY2" fmla="*/ 402492 h 797170"/>
              <a:gd name="connsiteX3" fmla="*/ 324346 w 366191"/>
              <a:gd name="connsiteY3" fmla="*/ 668217 h 797170"/>
              <a:gd name="connsiteX4" fmla="*/ 339975 w 366191"/>
              <a:gd name="connsiteY4" fmla="*/ 797170 h 797170"/>
              <a:gd name="connsiteX0" fmla="*/ 328252 w 366191"/>
              <a:gd name="connsiteY0" fmla="*/ 0 h 791033"/>
              <a:gd name="connsiteX1" fmla="*/ 339976 w 366191"/>
              <a:gd name="connsiteY1" fmla="*/ 136770 h 791033"/>
              <a:gd name="connsiteX2" fmla="*/ 5 w 366191"/>
              <a:gd name="connsiteY2" fmla="*/ 402492 h 791033"/>
              <a:gd name="connsiteX3" fmla="*/ 324346 w 366191"/>
              <a:gd name="connsiteY3" fmla="*/ 668217 h 791033"/>
              <a:gd name="connsiteX4" fmla="*/ 317750 w 366191"/>
              <a:gd name="connsiteY4" fmla="*/ 791033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191" h="791033">
                <a:moveTo>
                  <a:pt x="328252" y="0"/>
                </a:moveTo>
                <a:cubicBezTo>
                  <a:pt x="320437" y="14328"/>
                  <a:pt x="408361" y="77504"/>
                  <a:pt x="339976" y="136770"/>
                </a:cubicBezTo>
                <a:cubicBezTo>
                  <a:pt x="271591" y="196037"/>
                  <a:pt x="-1297" y="204502"/>
                  <a:pt x="5" y="402492"/>
                </a:cubicBezTo>
                <a:cubicBezTo>
                  <a:pt x="1307" y="600482"/>
                  <a:pt x="257915" y="598530"/>
                  <a:pt x="324346" y="668217"/>
                </a:cubicBezTo>
                <a:cubicBezTo>
                  <a:pt x="390777" y="737904"/>
                  <a:pt x="311889" y="772797"/>
                  <a:pt x="317750" y="791033"/>
                </a:cubicBezTo>
              </a:path>
            </a:pathLst>
          </a:custGeom>
          <a:noFill/>
          <a:ln w="34925">
            <a:solidFill>
              <a:srgbClr val="010F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0C0A084-13AC-2A46-A0B6-01022C6CA53E}"/>
              </a:ext>
            </a:extLst>
          </p:cNvPr>
          <p:cNvSpPr/>
          <p:nvPr/>
        </p:nvSpPr>
        <p:spPr>
          <a:xfrm>
            <a:off x="6229349" y="3311525"/>
            <a:ext cx="371475" cy="634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931938-0846-1040-A356-FF6D9A0F0FCA}"/>
              </a:ext>
            </a:extLst>
          </p:cNvPr>
          <p:cNvSpPr/>
          <p:nvPr/>
        </p:nvSpPr>
        <p:spPr>
          <a:xfrm>
            <a:off x="5191123" y="3310518"/>
            <a:ext cx="371475" cy="634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3A1113-0724-F941-88A0-46691E1907F6}"/>
              </a:ext>
            </a:extLst>
          </p:cNvPr>
          <p:cNvGrpSpPr/>
          <p:nvPr/>
        </p:nvGrpSpPr>
        <p:grpSpPr>
          <a:xfrm>
            <a:off x="4849091" y="3158838"/>
            <a:ext cx="2120638" cy="926583"/>
            <a:chOff x="4849091" y="3158838"/>
            <a:chExt cx="2120638" cy="92658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6F7433-1CA5-0043-8769-8EC5DD1640BC}"/>
                </a:ext>
              </a:extLst>
            </p:cNvPr>
            <p:cNvSpPr txBox="1"/>
            <p:nvPr/>
          </p:nvSpPr>
          <p:spPr>
            <a:xfrm rot="20360941">
              <a:off x="4849091" y="3366655"/>
              <a:ext cx="6880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3E69EF4-A612-6246-A5CD-E7D69FA9004A}"/>
                </a:ext>
              </a:extLst>
            </p:cNvPr>
            <p:cNvSpPr txBox="1"/>
            <p:nvPr/>
          </p:nvSpPr>
          <p:spPr>
            <a:xfrm rot="2147458">
              <a:off x="6270499" y="3366656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NFV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1DEAF41-F52D-3C48-863F-69E493CC4B95}"/>
                </a:ext>
              </a:extLst>
            </p:cNvPr>
            <p:cNvSpPr txBox="1"/>
            <p:nvPr/>
          </p:nvSpPr>
          <p:spPr>
            <a:xfrm>
              <a:off x="5369952" y="3685311"/>
              <a:ext cx="1098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Firewalls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68C2C0-31FD-8146-A03C-C3F53431D4EB}"/>
                </a:ext>
              </a:extLst>
            </p:cNvPr>
            <p:cNvSpPr txBox="1"/>
            <p:nvPr/>
          </p:nvSpPr>
          <p:spPr>
            <a:xfrm>
              <a:off x="5453078" y="3158838"/>
              <a:ext cx="9728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caching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193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036" y="2977290"/>
            <a:ext cx="3381298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 panose="020F0502020204030204" pitchFamily="34" charset="0"/>
              </a:rPr>
              <a:t>Today’s Lecture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8312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5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Control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1996-2023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Network layer control plane: our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3EDA-C355-9A48-9A7B-13CAE9D0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2572"/>
            <a:ext cx="5181600" cy="4698465"/>
          </a:xfrm>
        </p:spPr>
        <p:txBody>
          <a:bodyPr>
            <a:normAutofit/>
          </a:bodyPr>
          <a:lstStyle/>
          <a:p>
            <a:pPr marL="342900" indent="-212725">
              <a:buFont typeface="Wingdings" charset="2"/>
              <a:buChar char="§"/>
              <a:defRPr/>
            </a:pPr>
            <a:r>
              <a:rPr lang="en-US" sz="3200" dirty="0"/>
              <a:t>understand principles behind network control plane: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traditional routing algorithms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SDN controllers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network management, configuration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4EEF-90EE-424B-9F5F-D32E647E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934" y="1602070"/>
            <a:ext cx="5584371" cy="4351338"/>
          </a:xfrm>
        </p:spPr>
        <p:txBody>
          <a:bodyPr>
            <a:normAutofit/>
          </a:bodyPr>
          <a:lstStyle/>
          <a:p>
            <a:pPr marL="407988" indent="-277813"/>
            <a:r>
              <a:rPr lang="en-US" sz="3200" dirty="0"/>
              <a:t>instantiation, implementation in the Internet:</a:t>
            </a:r>
          </a:p>
          <a:p>
            <a:pPr lvl="1"/>
            <a:r>
              <a:rPr lang="en-US" sz="2800" dirty="0"/>
              <a:t>OSPF, BGP</a:t>
            </a:r>
          </a:p>
          <a:p>
            <a:pPr lvl="1"/>
            <a:r>
              <a:rPr lang="en-US" sz="2800" dirty="0"/>
              <a:t>OpenFlow, ODL and ONOS controllers</a:t>
            </a:r>
          </a:p>
          <a:p>
            <a:pPr lvl="1"/>
            <a:r>
              <a:rPr lang="en-US" sz="2800" dirty="0"/>
              <a:t>Internet Control Message Protocol: ICMP</a:t>
            </a:r>
          </a:p>
          <a:p>
            <a:pPr lvl="1"/>
            <a:r>
              <a:rPr lang="en-US" sz="2800" dirty="0"/>
              <a:t>SNMP, YANG/NETCONF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0951948-B008-E644-A413-AF8F2E6FB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/>
            <a:r>
              <a:rPr lang="en-US" altLang="en-US" sz="2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/>
            <a:r>
              <a:rPr lang="en-US" altLang="en-US" sz="2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6" y="4247536"/>
            <a:ext cx="10515600" cy="147386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466725" indent="-249238"/>
            <a:r>
              <a:rPr lang="en-US" dirty="0"/>
              <a:t>per-router control (traditional)</a:t>
            </a:r>
          </a:p>
          <a:p>
            <a:pPr marL="466725" indent="-249238"/>
            <a:r>
              <a:rPr lang="en-US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9312D-6602-054C-94D1-70724062A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1285300" y="2660651"/>
            <a:ext cx="9825520" cy="920619"/>
            <a:chOff x="1314797" y="2881877"/>
            <a:chExt cx="9825520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97" y="2881877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</a:t>
            </a:r>
          </a:p>
        </p:txBody>
      </p:sp>
      <p:sp>
        <p:nvSpPr>
          <p:cNvPr id="238" name="Freeform 2">
            <a:extLst>
              <a:ext uri="{FF2B5EF4-FFF2-40B4-BE49-F238E27FC236}">
                <a16:creationId xmlns:a16="http://schemas.microsoft.com/office/drawing/2014/main" id="{66A80B54-F93B-A94A-938E-DFA6C3C90E64}"/>
              </a:ext>
            </a:extLst>
          </p:cNvPr>
          <p:cNvSpPr>
            <a:spLocks/>
          </p:cNvSpPr>
          <p:nvPr/>
        </p:nvSpPr>
        <p:spPr bwMode="auto">
          <a:xfrm>
            <a:off x="4182648" y="5476945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B89A56E-4B45-1449-B1CC-C8EF7ABE50B3}"/>
              </a:ext>
            </a:extLst>
          </p:cNvPr>
          <p:cNvCxnSpPr/>
          <p:nvPr/>
        </p:nvCxnSpPr>
        <p:spPr>
          <a:xfrm flipV="1">
            <a:off x="4812885" y="5629345"/>
            <a:ext cx="1316038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740CBE6-0A59-E645-A69D-A9AE662529A8}"/>
              </a:ext>
            </a:extLst>
          </p:cNvPr>
          <p:cNvCxnSpPr/>
          <p:nvPr/>
        </p:nvCxnSpPr>
        <p:spPr>
          <a:xfrm>
            <a:off x="4701760" y="5815082"/>
            <a:ext cx="2259013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EDEF0D8-C674-7A42-948E-7E305FE7E98D}"/>
              </a:ext>
            </a:extLst>
          </p:cNvPr>
          <p:cNvCxnSpPr/>
          <p:nvPr/>
        </p:nvCxnSpPr>
        <p:spPr>
          <a:xfrm>
            <a:off x="4714460" y="5921445"/>
            <a:ext cx="714375" cy="274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88FEC270-B253-8E44-A411-9C7971EEB2C5}"/>
              </a:ext>
            </a:extLst>
          </p:cNvPr>
          <p:cNvCxnSpPr/>
          <p:nvPr/>
        </p:nvCxnSpPr>
        <p:spPr>
          <a:xfrm flipV="1">
            <a:off x="5732048" y="6115120"/>
            <a:ext cx="1247775" cy="809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29E7CD6-E2DF-3F41-969B-DA845A408D9F}"/>
              </a:ext>
            </a:extLst>
          </p:cNvPr>
          <p:cNvCxnSpPr/>
          <p:nvPr/>
        </p:nvCxnSpPr>
        <p:spPr>
          <a:xfrm>
            <a:off x="6392448" y="5661095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DE601DF1-8D2D-2A46-BC8F-F868A11F76CA}"/>
              </a:ext>
            </a:extLst>
          </p:cNvPr>
          <p:cNvCxnSpPr/>
          <p:nvPr/>
        </p:nvCxnSpPr>
        <p:spPr>
          <a:xfrm flipV="1">
            <a:off x="5676485" y="5815082"/>
            <a:ext cx="1790700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A11DDE0B-F575-FA48-8F6B-03D4A7733DCF}"/>
              </a:ext>
            </a:extLst>
          </p:cNvPr>
          <p:cNvCxnSpPr/>
          <p:nvPr/>
        </p:nvCxnSpPr>
        <p:spPr>
          <a:xfrm flipV="1">
            <a:off x="7003635" y="5843657"/>
            <a:ext cx="588963" cy="271463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ADA6CD88-616E-B24E-8E41-831DCFC74F88}"/>
              </a:ext>
            </a:extLst>
          </p:cNvPr>
          <p:cNvCxnSpPr/>
          <p:nvPr/>
        </p:nvCxnSpPr>
        <p:spPr>
          <a:xfrm>
            <a:off x="6146385" y="5629345"/>
            <a:ext cx="814388" cy="4000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47" name="Group 7">
            <a:extLst>
              <a:ext uri="{FF2B5EF4-FFF2-40B4-BE49-F238E27FC236}">
                <a16:creationId xmlns:a16="http://schemas.microsoft.com/office/drawing/2014/main" id="{F23FF8D1-2C6B-9448-B97C-26AA0FF38328}"/>
              </a:ext>
            </a:extLst>
          </p:cNvPr>
          <p:cNvGrpSpPr>
            <a:grpSpLocks/>
          </p:cNvGrpSpPr>
          <p:nvPr/>
        </p:nvGrpSpPr>
        <p:grpSpPr bwMode="auto"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781E7E0-A5A4-AD4A-A844-E9A7BB7A79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3D5BD08E-FA2E-E04F-A545-2E0866784F93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1E234FF-7C0E-FD47-9DA3-FA96190131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563210E5-D710-8E45-8417-02EB79B5C81A}"/>
                </a:ext>
              </a:extLst>
            </p:cNvPr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430FD04E-46A2-3749-B589-BEE902C8D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BDBA4CA4-485A-D94A-B148-5C44318A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F7BCFB0-4862-0040-98EF-79148CC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A80ECE7-29EF-E045-8DE9-443E8B56CBA4}"/>
                </a:ext>
              </a:extLst>
            </p:cNvPr>
            <p:cNvCxnSpPr>
              <a:cxnSpLocks noChangeShapeType="1"/>
              <a:endCxn id="25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886C4C8B-81F8-494E-B3C9-F2C152BA7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7" name="Group 327">
            <a:extLst>
              <a:ext uri="{FF2B5EF4-FFF2-40B4-BE49-F238E27FC236}">
                <a16:creationId xmlns:a16="http://schemas.microsoft.com/office/drawing/2014/main" id="{C6D6E434-396F-824D-B42D-39B257E17412}"/>
              </a:ext>
            </a:extLst>
          </p:cNvPr>
          <p:cNvGrpSpPr>
            <a:grpSpLocks/>
          </p:cNvGrpSpPr>
          <p:nvPr/>
        </p:nvGrpSpPr>
        <p:grpSpPr bwMode="auto"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BD523501-0761-ED43-9FA5-AEA15E2D1C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B2C53EE-99C4-9041-B078-E1DEA73E56F8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27361595-2FF4-1B46-839D-326969B484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9642470-FD74-1047-9747-D0EB2363B800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12E17BAF-3675-9946-91CF-C0BD05A47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B02D5C9-E16C-D545-9658-9B08CD70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3C530C6-57F7-D943-BF8C-3B8BE501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4998C4B-6CC3-804D-8149-EB9753D18CA7}"/>
                </a:ext>
              </a:extLst>
            </p:cNvPr>
            <p:cNvCxnSpPr>
              <a:cxnSpLocks noChangeShapeType="1"/>
              <a:endCxn id="26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65D2A47-CC6C-8440-A5DF-83E670BCA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" name="Group 337">
            <a:extLst>
              <a:ext uri="{FF2B5EF4-FFF2-40B4-BE49-F238E27FC236}">
                <a16:creationId xmlns:a16="http://schemas.microsoft.com/office/drawing/2014/main" id="{82B40A4C-BCB9-0F49-86D8-65358510B247}"/>
              </a:ext>
            </a:extLst>
          </p:cNvPr>
          <p:cNvGrpSpPr>
            <a:grpSpLocks/>
          </p:cNvGrpSpPr>
          <p:nvPr/>
        </p:nvGrpSpPr>
        <p:grpSpPr bwMode="auto"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683F4F4C-42FD-9846-A017-5B90A1CDF3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F600344-6D5A-5149-9480-8AD325F910A2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58912A5-2365-7548-98D1-05C254AB8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856A4118-FA0A-BF49-876A-9D235E6C6E2E}"/>
                </a:ext>
              </a:extLst>
            </p:cNvPr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3066D64-2E3F-F24D-B741-44F8F9E6C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63C7C818-A6BA-5B46-8663-C7EB1B1CE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958FEB88-75FB-2D44-9A10-0367FDB3A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5F8810D-58B9-1B41-9069-743A57CBD942}"/>
                </a:ext>
              </a:extLst>
            </p:cNvPr>
            <p:cNvCxnSpPr>
              <a:cxnSpLocks noChangeShapeType="1"/>
              <a:endCxn id="270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B7248C01-1BC9-084D-9C19-4C517E668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7" name="Group 347">
            <a:extLst>
              <a:ext uri="{FF2B5EF4-FFF2-40B4-BE49-F238E27FC236}">
                <a16:creationId xmlns:a16="http://schemas.microsoft.com/office/drawing/2014/main" id="{EA66C38A-2A9F-054D-B190-0607C48440C0}"/>
              </a:ext>
            </a:extLst>
          </p:cNvPr>
          <p:cNvGrpSpPr>
            <a:grpSpLocks/>
          </p:cNvGrpSpPr>
          <p:nvPr/>
        </p:nvGrpSpPr>
        <p:grpSpPr bwMode="auto"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578C6C8A-3C2C-CA47-A52F-E5336E397A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40527894-E8D6-8847-A758-9F4A98B89D5B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0FCBF9F-6CE0-7B47-94FC-CD5787B788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D5ADD21-3F21-8E47-B87D-2BDC146712B9}"/>
                </a:ext>
              </a:extLst>
            </p:cNvPr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0FF22D66-78A9-2245-ACA6-A35063B9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A86BA2E2-E459-454D-98E3-2CB0E41E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32EB212F-0575-FD42-B1AF-F3AAD1FD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913FC001-18AF-3A49-BFB4-0B914F19FFD8}"/>
                </a:ext>
              </a:extLst>
            </p:cNvPr>
            <p:cNvCxnSpPr>
              <a:cxnSpLocks noChangeShapeType="1"/>
              <a:endCxn id="280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7194EB53-3E3D-024D-B0D2-5596DAD2A3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169FC3C-178E-6048-AB6C-8493893B17E5}"/>
              </a:ext>
            </a:extLst>
          </p:cNvPr>
          <p:cNvGrpSpPr>
            <a:grpSpLocks/>
          </p:cNvGrpSpPr>
          <p:nvPr/>
        </p:nvGrpSpPr>
        <p:grpSpPr bwMode="auto"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440C625E-763F-DC45-B239-42BFE9E9081B}"/>
                </a:ext>
              </a:extLst>
            </p:cNvPr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7B2A49C4-873B-2743-B356-AA474598AAC7}"/>
                </a:ext>
              </a:extLst>
            </p:cNvPr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0D9AB348-D7F2-A742-9B0C-84535C1F8A96}"/>
                </a:ext>
              </a:extLst>
            </p:cNvPr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98F06BD2-BA43-1144-B69F-BF325541EB43}"/>
                </a:ext>
              </a:extLst>
            </p:cNvPr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7135A78-79C3-CB4B-8E8E-D9A274265F07}"/>
                </a:ext>
              </a:extLst>
            </p:cNvPr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293" name="Group 17">
              <a:extLst>
                <a:ext uri="{FF2B5EF4-FFF2-40B4-BE49-F238E27FC236}">
                  <a16:creationId xmlns:a16="http://schemas.microsoft.com/office/drawing/2014/main" id="{3DCFE7AC-3DDA-544E-9FBA-E2013CB1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A6C83BC-7EC5-0F45-B8BB-C3B547B3E007}"/>
                  </a:ext>
                </a:extLst>
              </p:cNvPr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81" name="Group 104">
                <a:extLst>
                  <a:ext uri="{FF2B5EF4-FFF2-40B4-BE49-F238E27FC236}">
                    <a16:creationId xmlns:a16="http://schemas.microsoft.com/office/drawing/2014/main" id="{C49CCBB3-581C-F744-9C12-88066A544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1360C793-55DD-E448-BB09-2AF9F40ABA16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B5E5E126-5712-074A-827E-49B7AB6291A3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0782D44-406D-1A44-B8FA-7DABB141B919}"/>
                    </a:ext>
                  </a:extLst>
                </p:cNvPr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91CE1BD1-E198-874C-A63D-F01D330549A7}"/>
                    </a:ext>
                  </a:extLst>
                </p:cNvPr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5C32A76A-C218-CD4F-A5EA-5F04BEBB7C8B}"/>
                    </a:ext>
                  </a:extLst>
                </p:cNvPr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568C327-A8B8-714A-9EC6-981C762ACAD5}"/>
                  </a:ext>
                </a:extLst>
              </p:cNvPr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CE43604B-D39F-7044-94F2-CD4AD82F1987}"/>
                  </a:ext>
                </a:extLst>
              </p:cNvPr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5C4C1EF2-5AB5-114F-AE30-53470A226E36}"/>
                  </a:ext>
                </a:extLst>
              </p:cNvPr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85" name="Group 9">
                <a:extLst>
                  <a:ext uri="{FF2B5EF4-FFF2-40B4-BE49-F238E27FC236}">
                    <a16:creationId xmlns:a16="http://schemas.microsoft.com/office/drawing/2014/main" id="{052F022E-CD26-8744-AC3E-C859146E38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0AE789D-EAFB-F44C-ACC8-D4E9E127F29B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5F200699-ED1E-0245-9D7A-C9227AC90EC0}"/>
                    </a:ext>
                  </a:extLst>
                </p:cNvPr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653876D-5808-4845-8D45-41E30CCAB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B63C1A57-A326-E44D-89A7-AE4E169A70AE}"/>
                    </a:ext>
                  </a:extLst>
                </p:cNvPr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id="{C060360D-64F4-6C46-9C73-B1B076DAA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id="{6762EEAF-2C47-B149-8689-0C95EC53C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EEF29461-B5AA-2744-A3DA-2814904A2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BE5A273A-2FEE-9545-BB88-87C7E505179F}"/>
                    </a:ext>
                  </a:extLst>
                </p:cNvPr>
                <p:cNvCxnSpPr>
                  <a:cxnSpLocks noChangeShapeType="1"/>
                  <a:endCxn id="388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3C46EAE7-509B-4E45-A6E7-9A33E4F0F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4" name="Group 18">
              <a:extLst>
                <a:ext uri="{FF2B5EF4-FFF2-40B4-BE49-F238E27FC236}">
                  <a16:creationId xmlns:a16="http://schemas.microsoft.com/office/drawing/2014/main" id="{482172DC-CB77-9547-9B55-AA80104E7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2075464-1A4E-BF45-A532-01A9C76E55CE}"/>
                  </a:ext>
                </a:extLst>
              </p:cNvPr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E6476089-4E8D-9748-8A20-B65AB809DCB0}"/>
                  </a:ext>
                </a:extLst>
              </p:cNvPr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61" name="Picture 86" descr="router_top.png">
                <a:extLst>
                  <a:ext uri="{FF2B5EF4-FFF2-40B4-BE49-F238E27FC236}">
                    <a16:creationId xmlns:a16="http://schemas.microsoft.com/office/drawing/2014/main" id="{903307E4-A9C2-9644-824F-D336213F4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2" name="Group 82">
                <a:extLst>
                  <a:ext uri="{FF2B5EF4-FFF2-40B4-BE49-F238E27FC236}">
                    <a16:creationId xmlns:a16="http://schemas.microsoft.com/office/drawing/2014/main" id="{F71CE2FF-B936-C547-A3CE-97AE0CF5B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586404AE-C86C-2743-98EF-9CF4A95F4440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id="{5396A314-1026-4E4E-A149-99672789B306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3054A25-C068-9244-9B31-DD0F45D202D9}"/>
                    </a:ext>
                  </a:extLst>
                </p:cNvPr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CD4A2AA1-5618-3140-9C21-11DC36124DCC}"/>
                    </a:ext>
                  </a:extLst>
                </p:cNvPr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C0356843-B7EB-A343-9F3C-424592CF11BD}"/>
                    </a:ext>
                  </a:extLst>
                </p:cNvPr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C6DBBE1-F8C8-7C49-A55E-1A360F9F0FF8}"/>
                  </a:ext>
                </a:extLst>
              </p:cNvPr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30264003-6422-A246-8128-339027C2EFE4}"/>
                  </a:ext>
                </a:extLst>
              </p:cNvPr>
              <p:cNvCxnSpPr>
                <a:stCxn id="368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65" name="Group 377">
                <a:extLst>
                  <a:ext uri="{FF2B5EF4-FFF2-40B4-BE49-F238E27FC236}">
                    <a16:creationId xmlns:a16="http://schemas.microsoft.com/office/drawing/2014/main" id="{39ED4179-25C2-BD40-8CB0-2D2D19D3B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E546C63-6051-664A-A3B3-09898899A0F6}"/>
                    </a:ext>
                  </a:extLst>
                </p:cNvPr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F85D8891-4691-274F-8A4C-6EB421E1A629}"/>
                    </a:ext>
                  </a:extLst>
                </p:cNvPr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F6D6309A-F621-8F43-966A-42EE2F534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E0967AA3-A871-A446-BBBF-E652596BA5E0}"/>
                    </a:ext>
                  </a:extLst>
                </p:cNvPr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928F9198-71DD-1048-BF0F-138BFE304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1C72F53E-6D8A-1247-85AD-4F6DFA9BC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C38375A-6308-3C42-8428-1BC8EF1E3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676B342-72B9-EC4E-BEB9-884A31061112}"/>
                    </a:ext>
                  </a:extLst>
                </p:cNvPr>
                <p:cNvCxnSpPr>
                  <a:cxnSpLocks noChangeShapeType="1"/>
                  <a:endCxn id="368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C9E5ACD2-0571-394B-B54A-E4FD99B68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5" name="Group 19">
              <a:extLst>
                <a:ext uri="{FF2B5EF4-FFF2-40B4-BE49-F238E27FC236}">
                  <a16:creationId xmlns:a16="http://schemas.microsoft.com/office/drawing/2014/main" id="{3F4E53BA-5956-854C-B31F-6EC1D0D2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E47F6DBD-7B1F-E84E-80B1-B0007CEE2ECA}"/>
                  </a:ext>
                </a:extLst>
              </p:cNvPr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AD6BA39E-C72A-2B46-89AC-72BC6ECE8737}"/>
                  </a:ext>
                </a:extLst>
              </p:cNvPr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1" name="Group 442">
                <a:extLst>
                  <a:ext uri="{FF2B5EF4-FFF2-40B4-BE49-F238E27FC236}">
                    <a16:creationId xmlns:a16="http://schemas.microsoft.com/office/drawing/2014/main" id="{3A2CD557-2097-8643-A2CC-2FC42E115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B01BCE74-1665-8347-ABE7-7ED7C4611208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3E2DD078-496C-2B4E-9AB7-8E3ED7B0B010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589AD59-3F91-674B-AB1F-9687AE0A7155}"/>
                    </a:ext>
                  </a:extLst>
                </p:cNvPr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D7DF9909-4629-2B41-A097-0EE5060D231F}"/>
                    </a:ext>
                  </a:extLst>
                </p:cNvPr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E00A7AA3-4A7D-5A4A-923D-8190368DDD2A}"/>
                    </a:ext>
                  </a:extLst>
                </p:cNvPr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BC350F5D-A217-434B-B0AD-B82598901D58}"/>
                  </a:ext>
                </a:extLst>
              </p:cNvPr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9C23D10-C5AD-324E-A998-0B2D8811551A}"/>
                  </a:ext>
                </a:extLst>
              </p:cNvPr>
              <p:cNvCxnSpPr>
                <a:stCxn id="345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4" name="Group 456">
                <a:extLst>
                  <a:ext uri="{FF2B5EF4-FFF2-40B4-BE49-F238E27FC236}">
                    <a16:creationId xmlns:a16="http://schemas.microsoft.com/office/drawing/2014/main" id="{3D4ED6A7-656E-564B-9724-777A0E00F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5CA9CA10-6CB9-8C4D-9798-DE3642585FBF}"/>
                    </a:ext>
                  </a:extLst>
                </p:cNvPr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ED7DFE49-0AB2-5F4A-8804-D8EE2F5D8051}"/>
                    </a:ext>
                  </a:extLst>
                </p:cNvPr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D9CC071E-9384-A844-AEDF-4D3D5A3D0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id="{9221CFD6-F2B1-BC4A-8685-E97AB592CAEA}"/>
                    </a:ext>
                  </a:extLst>
                </p:cNvPr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id="{E1EB2301-9912-744E-B205-5948ED836C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id="{274D27B5-7E68-5C4D-964B-A01609731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id="{CCCB88EE-5244-8644-B451-9B5D239AE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4DFA4F03-E97A-1E4E-8C06-5FCF8ACB1D15}"/>
                    </a:ext>
                  </a:extLst>
                </p:cNvPr>
                <p:cNvCxnSpPr>
                  <a:cxnSpLocks noChangeShapeType="1"/>
                  <a:endCxn id="347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8A9EDB0B-D51F-9C4D-A606-035EEB4B8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6" name="Group 20">
              <a:extLst>
                <a:ext uri="{FF2B5EF4-FFF2-40B4-BE49-F238E27FC236}">
                  <a16:creationId xmlns:a16="http://schemas.microsoft.com/office/drawing/2014/main" id="{7B3927DE-D2D4-0549-B6FC-DB36E97AF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4693F99-2D5B-7E44-B2D3-365FDA0CFBDB}"/>
                  </a:ext>
                </a:extLst>
              </p:cNvPr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0BE62149-301B-CD40-877F-421A14409479}"/>
                  </a:ext>
                </a:extLst>
              </p:cNvPr>
              <p:cNvCxnSpPr>
                <a:stCxn id="327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20" name="Picture 469" descr="router_top.png">
                <a:extLst>
                  <a:ext uri="{FF2B5EF4-FFF2-40B4-BE49-F238E27FC236}">
                    <a16:creationId xmlns:a16="http://schemas.microsoft.com/office/drawing/2014/main" id="{DD59AE55-8859-5841-B6AC-641E9B1F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1" name="Group 471">
                <a:extLst>
                  <a:ext uri="{FF2B5EF4-FFF2-40B4-BE49-F238E27FC236}">
                    <a16:creationId xmlns:a16="http://schemas.microsoft.com/office/drawing/2014/main" id="{387A8315-A9E2-CD41-9540-BE22EB264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439A4FE-DB6E-D74D-95B5-D1F4AE9642E7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FA27B6FA-AB40-0D4B-BBE7-6000E55B03D1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C6FD79C0-1B1A-AB4A-A3BD-6514A1F64FCB}"/>
                    </a:ext>
                  </a:extLst>
                </p:cNvPr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C730D6A9-51D0-864D-9F88-3CA108609D03}"/>
                    </a:ext>
                  </a:extLst>
                </p:cNvPr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41EA4558-0D04-634B-A8B0-CAB6FB1D2028}"/>
                    </a:ext>
                  </a:extLst>
                </p:cNvPr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3670DAE7-C167-BA4B-9FB3-842EEBB6E0BC}"/>
                  </a:ext>
                </a:extLst>
              </p:cNvPr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DAD1200-F8CD-4C4C-B862-839CDCE380A4}"/>
                  </a:ext>
                </a:extLst>
              </p:cNvPr>
              <p:cNvCxnSpPr>
                <a:stCxn id="320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24" name="Group 485">
                <a:extLst>
                  <a:ext uri="{FF2B5EF4-FFF2-40B4-BE49-F238E27FC236}">
                    <a16:creationId xmlns:a16="http://schemas.microsoft.com/office/drawing/2014/main" id="{A6200FD6-2FAC-504D-AC15-41C2E0E5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ECDA45FA-C7C9-1D42-AD17-0A94B356D9C2}"/>
                    </a:ext>
                  </a:extLst>
                </p:cNvPr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6DEE6E1-40E6-CC4A-9BD2-12B0FC5617F6}"/>
                    </a:ext>
                  </a:extLst>
                </p:cNvPr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3B2579C2-CFB4-C243-A571-87CC47767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8C20CAF5-F7F2-8C4F-BF4C-8061B2C174B5}"/>
                    </a:ext>
                  </a:extLst>
                </p:cNvPr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751DAB4D-7078-0843-8893-ECF4AEBB8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49F08601-D11A-7246-97C4-4796E2871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0F35FC16-0782-6242-8A31-B2C90A57D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28B38805-D14D-6F4E-9C2D-85288858DC4A}"/>
                    </a:ext>
                  </a:extLst>
                </p:cNvPr>
                <p:cNvCxnSpPr>
                  <a:cxnSpLocks noChangeShapeType="1"/>
                  <a:endCxn id="327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839A4B18-24F7-8748-BABF-156684EACD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7" name="Group 21">
              <a:extLst>
                <a:ext uri="{FF2B5EF4-FFF2-40B4-BE49-F238E27FC236}">
                  <a16:creationId xmlns:a16="http://schemas.microsoft.com/office/drawing/2014/main" id="{9CDA8888-DE9C-FA48-880D-EF852C637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95D8FCE-884F-0F40-A676-D4D29F8E694C}"/>
                  </a:ext>
                </a:extLst>
              </p:cNvPr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316D5606-0146-DC48-97E2-18F369EDE031}"/>
                  </a:ext>
                </a:extLst>
              </p:cNvPr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0" name="Group 500">
                <a:extLst>
                  <a:ext uri="{FF2B5EF4-FFF2-40B4-BE49-F238E27FC236}">
                    <a16:creationId xmlns:a16="http://schemas.microsoft.com/office/drawing/2014/main" id="{AA425C1A-E91E-6E4A-A356-24012E642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16CAB2BE-001A-5849-8EFC-BF1C74D20DA6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ED3C727A-F086-5345-9D90-47A10FCD45F2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49C1B443-F565-5F4C-B75C-09F669AC3DE7}"/>
                    </a:ext>
                  </a:extLst>
                </p:cNvPr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FBA53D70-9A4D-7E4E-AC09-D42784DF8272}"/>
                    </a:ext>
                  </a:extLst>
                </p:cNvPr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A5C3BEC2-90B0-8B41-88A4-351B428CAFB4}"/>
                    </a:ext>
                  </a:extLst>
                </p:cNvPr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309F1E7-7D26-E941-9221-C8DF0612EE28}"/>
                  </a:ext>
                </a:extLst>
              </p:cNvPr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9C251E47-5FE5-B64D-8E6E-2491993604B5}"/>
                  </a:ext>
                </a:extLst>
              </p:cNvPr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3" name="Group 514">
                <a:extLst>
                  <a:ext uri="{FF2B5EF4-FFF2-40B4-BE49-F238E27FC236}">
                    <a16:creationId xmlns:a16="http://schemas.microsoft.com/office/drawing/2014/main" id="{9B7D3C6F-466A-3143-9B8E-F60B2AAFD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2A307F7-5B73-2445-A2F4-C0FA1266E373}"/>
                    </a:ext>
                  </a:extLst>
                </p:cNvPr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33E19D46-3715-614C-AAF4-022904355894}"/>
                    </a:ext>
                  </a:extLst>
                </p:cNvPr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E55709E7-7775-884D-A34A-45191B84A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53C2A2DA-53F1-794E-A987-B42C0AC0022C}"/>
                    </a:ext>
                  </a:extLst>
                </p:cNvPr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9EECC5D2-5F03-5B4A-A066-DEC9954D6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8388544E-A2CB-0640-A29C-1662E6885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0DDF3C4E-5F2E-864E-88A4-D785A5D6E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5A28B5B0-5BAC-8C46-B4B8-9BCB18DCD1DD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3A010796-660C-4C4D-865E-8D108EDA01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094E25C2-45E6-0C43-ADA4-684E51DC703A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C759FDA4-4088-0A4C-9E92-BD72D7D52B56}"/>
                </a:ext>
              </a:extLst>
            </p:cNvPr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2" name="TextBox 233">
              <a:extLst>
                <a:ext uri="{FF2B5EF4-FFF2-40B4-BE49-F238E27FC236}">
                  <a16:creationId xmlns:a16="http://schemas.microsoft.com/office/drawing/2014/main" id="{91B4E7D9-6C4B-6C4B-86F5-8BB66F93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Algorithm</a:t>
              </a:r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86DA61DF-3320-724E-9861-CF654B1F47AF}"/>
                </a:ext>
              </a:extLst>
            </p:cNvPr>
            <p:cNvCxnSpPr/>
            <p:nvPr/>
          </p:nvCxnSpPr>
          <p:spPr>
            <a:xfrm flipV="1">
              <a:off x="2833815" y="807352"/>
              <a:ext cx="1517968" cy="214291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FA99C173-8DEF-3940-BC9B-72CA3FA99281}"/>
                </a:ext>
              </a:extLst>
            </p:cNvPr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57AAE988-13E3-6642-B8CC-252C9113ABCC}"/>
                </a:ext>
              </a:extLst>
            </p:cNvPr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286126FC-663F-E140-85FF-EA643857EAAB}"/>
                </a:ext>
              </a:extLst>
            </p:cNvPr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4DA7DE45-D335-D548-B5FE-488518B7B2B7}"/>
                </a:ext>
              </a:extLst>
            </p:cNvPr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0F6C35C-914C-3B41-9CC4-D8179FFB699E}"/>
                </a:ext>
              </a:extLst>
            </p:cNvPr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F2328B0F-766B-A544-ACA3-A1877D849A35}"/>
                </a:ext>
              </a:extLst>
            </p:cNvPr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E049E95-C6A9-FE4D-937B-C134ECB1D9AB}"/>
                </a:ext>
              </a:extLst>
            </p:cNvPr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C5FBB1F6-0839-A343-AE4E-8487D7B4403B}"/>
                </a:ext>
              </a:extLst>
            </p:cNvPr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01507C1D-D7CC-314D-9BC2-599E67963164}"/>
                </a:ext>
              </a:extLst>
            </p:cNvPr>
            <p:cNvCxnSpPr>
              <a:endCxn id="407" idx="2"/>
            </p:cNvCxnSpPr>
            <p:nvPr/>
          </p:nvCxnSpPr>
          <p:spPr>
            <a:xfrm flipV="1">
              <a:off x="3997696" y="985135"/>
              <a:ext cx="2561174" cy="469854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0D0AA51C-C88C-DA40-BB5F-C90D75401B35}"/>
                </a:ext>
              </a:extLst>
            </p:cNvPr>
            <p:cNvCxnSpPr/>
            <p:nvPr/>
          </p:nvCxnSpPr>
          <p:spPr>
            <a:xfrm flipV="1">
              <a:off x="3991345" y="1508959"/>
              <a:ext cx="1581481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B8B513D7-9162-0648-BC71-8BEBCC27917A}"/>
                </a:ext>
              </a:extLst>
            </p:cNvPr>
            <p:cNvCxnSpPr/>
            <p:nvPr/>
          </p:nvCxnSpPr>
          <p:spPr>
            <a:xfrm flipV="1">
              <a:off x="5996777" y="1083550"/>
              <a:ext cx="751044" cy="396836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4AAA334-C4B2-DD48-A566-2EA2C1AA11DF}"/>
              </a:ext>
            </a:extLst>
          </p:cNvPr>
          <p:cNvGrpSpPr>
            <a:grpSpLocks/>
          </p:cNvGrpSpPr>
          <p:nvPr/>
        </p:nvGrpSpPr>
        <p:grpSpPr bwMode="auto"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416" name="TextBox 232">
              <a:extLst>
                <a:ext uri="{FF2B5EF4-FFF2-40B4-BE49-F238E27FC236}">
                  <a16:creationId xmlns:a16="http://schemas.microsoft.com/office/drawing/2014/main" id="{97D7EB84-BAC0-D448-A55F-A56C30BB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417" name="TextBox 233">
              <a:extLst>
                <a:ext uri="{FF2B5EF4-FFF2-40B4-BE49-F238E27FC236}">
                  <a16:creationId xmlns:a16="http://schemas.microsoft.com/office/drawing/2014/main" id="{24A4F1C7-4BF4-EB42-A291-47BAC250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61FEE5A3-FA87-164D-B072-015586DE3B9B}"/>
                </a:ext>
              </a:extLst>
            </p:cNvPr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DB2133B7-0204-944D-9F85-D90FA61B1AAF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id="420" name="Picture 10" descr="fig42_table.pdf">
              <a:extLst>
                <a:ext uri="{FF2B5EF4-FFF2-40B4-BE49-F238E27FC236}">
                  <a16:creationId xmlns:a16="http://schemas.microsoft.com/office/drawing/2014/main" id="{B9B148BF-D420-D548-A8E4-2E44EE4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1" name="Group 25">
              <a:extLst>
                <a:ext uri="{FF2B5EF4-FFF2-40B4-BE49-F238E27FC236}">
                  <a16:creationId xmlns:a16="http://schemas.microsoft.com/office/drawing/2014/main" id="{6DCB3611-5B47-554A-AF9F-B20E8866B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22" name="Group 241">
                <a:extLst>
                  <a:ext uri="{FF2B5EF4-FFF2-40B4-BE49-F238E27FC236}">
                    <a16:creationId xmlns:a16="http://schemas.microsoft.com/office/drawing/2014/main" id="{18B65E09-A0C2-A34F-9844-081D03E2E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510D7726-2281-144B-B722-F9A0F8992620}"/>
                    </a:ext>
                  </a:extLst>
                </p:cNvPr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B663A8A6-A483-9C45-9694-3F60B5B96577}"/>
                    </a:ext>
                  </a:extLst>
                </p:cNvPr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50FC0E77-85DF-A44F-A7EA-DB2E7EDC7F79}"/>
                    </a:ext>
                  </a:extLst>
                </p:cNvPr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6DCCCE94-F2A7-3D41-B0D1-67C30138A31B}"/>
                    </a:ext>
                  </a:extLst>
                </p:cNvPr>
                <p:cNvCxnSpPr>
                  <a:stCxn id="438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3" name="Group 444">
                <a:extLst>
                  <a:ext uri="{FF2B5EF4-FFF2-40B4-BE49-F238E27FC236}">
                    <a16:creationId xmlns:a16="http://schemas.microsoft.com/office/drawing/2014/main" id="{80000B7B-1868-0545-96E2-2F3AE96E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34" name="Rectangle 433">
                  <a:extLst>
                    <a:ext uri="{FF2B5EF4-FFF2-40B4-BE49-F238E27FC236}">
                      <a16:creationId xmlns:a16="http://schemas.microsoft.com/office/drawing/2014/main" id="{152E459E-7CA1-E445-B3BA-7DCA2E4A2C56}"/>
                    </a:ext>
                  </a:extLst>
                </p:cNvPr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89A2E2E8-DA8D-6D49-B2DC-12FC2FC6D3C4}"/>
                    </a:ext>
                  </a:extLst>
                </p:cNvPr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D4FBE92F-02C8-4244-A63E-618F5A912844}"/>
                    </a:ext>
                  </a:extLst>
                </p:cNvPr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760EDE61-1AAF-D848-91CB-39C5F318690E}"/>
                    </a:ext>
                  </a:extLst>
                </p:cNvPr>
                <p:cNvCxnSpPr>
                  <a:stCxn id="434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4" name="Group 473">
                <a:extLst>
                  <a:ext uri="{FF2B5EF4-FFF2-40B4-BE49-F238E27FC236}">
                    <a16:creationId xmlns:a16="http://schemas.microsoft.com/office/drawing/2014/main" id="{80D1C087-9836-C245-B670-1284428A4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id="{C9A7D412-65DC-9649-A008-5ED26335CCA7}"/>
                    </a:ext>
                  </a:extLst>
                </p:cNvPr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2F282FB7-7000-B945-8F5A-E39A5A12E34F}"/>
                    </a:ext>
                  </a:extLst>
                </p:cNvPr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6613E38A-F502-9F4F-9071-21665BB1F3DD}"/>
                    </a:ext>
                  </a:extLst>
                </p:cNvPr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29B42128-C51A-6040-824E-C554F8EE3D12}"/>
                    </a:ext>
                  </a:extLst>
                </p:cNvPr>
                <p:cNvCxnSpPr>
                  <a:stCxn id="430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5" name="Group 502">
                <a:extLst>
                  <a:ext uri="{FF2B5EF4-FFF2-40B4-BE49-F238E27FC236}">
                    <a16:creationId xmlns:a16="http://schemas.microsoft.com/office/drawing/2014/main" id="{C30D5DDC-A13E-034A-A1BA-1E146390E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63A91007-6182-8647-9879-8292A71EAFEF}"/>
                    </a:ext>
                  </a:extLst>
                </p:cNvPr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0674F85B-15F4-F446-AD9E-DD534F9C342D}"/>
                    </a:ext>
                  </a:extLst>
                </p:cNvPr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60409E77-E63A-824F-A704-D7AE94C9BA5F}"/>
                    </a:ext>
                  </a:extLst>
                </p:cNvPr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76DF7BD3-201B-AE4F-909F-AB196C0CDB0D}"/>
                    </a:ext>
                  </a:extLst>
                </p:cNvPr>
                <p:cNvCxnSpPr>
                  <a:stCxn id="42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DC317182-2E9B-354F-9E6B-904AD53D9670}"/>
              </a:ext>
            </a:extLst>
          </p:cNvPr>
          <p:cNvGrpSpPr>
            <a:grpSpLocks/>
          </p:cNvGrpSpPr>
          <p:nvPr/>
        </p:nvGrpSpPr>
        <p:grpSpPr bwMode="auto"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443" name="Straight Arrow Connector 442">
              <a:extLst>
                <a:ext uri="{FF2B5EF4-FFF2-40B4-BE49-F238E27FC236}">
                  <a16:creationId xmlns:a16="http://schemas.microsoft.com/office/drawing/2014/main" id="{AEBEBCEA-9DEC-FC46-95E5-83FE63BD526A}"/>
                </a:ext>
              </a:extLst>
            </p:cNvPr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8ADE9CEC-EEA0-A54D-AC1A-85CC2930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6391DEC8-23F8-A847-ACF3-AD06E6E59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C40B4987-DD61-E544-9ED1-243F1836B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B6FD6F72-9B1A-9E49-BC03-FF4EB3F43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EBF459C0-AF75-AC4B-82FD-7B57E1803EDC}"/>
              </a:ext>
            </a:extLst>
          </p:cNvPr>
          <p:cNvCxnSpPr/>
          <p:nvPr/>
        </p:nvCxnSpPr>
        <p:spPr>
          <a:xfrm flipH="1">
            <a:off x="2872960" y="5842070"/>
            <a:ext cx="1508125" cy="158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9" name="TextBox 265">
            <a:extLst>
              <a:ext uri="{FF2B5EF4-FFF2-40B4-BE49-F238E27FC236}">
                <a16:creationId xmlns:a16="http://schemas.microsoft.com/office/drawing/2014/main" id="{8D6CC213-50D8-D143-AB2E-8A70AD0B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50" name="TextBox 281">
            <a:extLst>
              <a:ext uri="{FF2B5EF4-FFF2-40B4-BE49-F238E27FC236}">
                <a16:creationId xmlns:a16="http://schemas.microsoft.com/office/drawing/2014/main" id="{FD871173-63C8-004A-B893-95B0B94D0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grpSp>
        <p:nvGrpSpPr>
          <p:cNvPr id="451" name="Group 5">
            <a:extLst>
              <a:ext uri="{FF2B5EF4-FFF2-40B4-BE49-F238E27FC236}">
                <a16:creationId xmlns:a16="http://schemas.microsoft.com/office/drawing/2014/main" id="{57C14B28-467E-9240-8CC3-03FBD986B649}"/>
              </a:ext>
            </a:extLst>
          </p:cNvPr>
          <p:cNvGrpSpPr>
            <a:grpSpLocks/>
          </p:cNvGrpSpPr>
          <p:nvPr/>
        </p:nvGrpSpPr>
        <p:grpSpPr bwMode="auto"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453" name="Rectangle 98">
              <a:extLst>
                <a:ext uri="{FF2B5EF4-FFF2-40B4-BE49-F238E27FC236}">
                  <a16:creationId xmlns:a16="http://schemas.microsoft.com/office/drawing/2014/main" id="{693A8054-41EF-F147-A07F-2F6F4992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99">
              <a:extLst>
                <a:ext uri="{FF2B5EF4-FFF2-40B4-BE49-F238E27FC236}">
                  <a16:creationId xmlns:a16="http://schemas.microsoft.com/office/drawing/2014/main" id="{F72989E1-2AE2-724E-BB5A-C3EDBBB6A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933828" y="3101502"/>
              <a:ext cx="471543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5" name="Rectangle 104">
              <a:extLst>
                <a:ext uri="{FF2B5EF4-FFF2-40B4-BE49-F238E27FC236}">
                  <a16:creationId xmlns:a16="http://schemas.microsoft.com/office/drawing/2014/main" id="{5AC95A09-8057-7147-9F57-6EFF2A5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id="{47FDF11B-1F9E-D148-996F-69ECC9F1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0111</a:t>
              </a:r>
            </a:p>
          </p:txBody>
        </p:sp>
        <p:sp>
          <p:nvSpPr>
            <p:cNvPr id="457" name="Line 119">
              <a:extLst>
                <a:ext uri="{FF2B5EF4-FFF2-40B4-BE49-F238E27FC236}">
                  <a16:creationId xmlns:a16="http://schemas.microsoft.com/office/drawing/2014/main" id="{CD73CAA3-C367-7049-8128-3C09B270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621642" y="2717403"/>
              <a:ext cx="405953" cy="300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8" name="Freeform 120">
            <a:extLst>
              <a:ext uri="{FF2B5EF4-FFF2-40B4-BE49-F238E27FC236}">
                <a16:creationId xmlns:a16="http://schemas.microsoft.com/office/drawing/2014/main" id="{9B17F469-9813-DD46-ADCC-A6A37DCBE4CD}"/>
              </a:ext>
            </a:extLst>
          </p:cNvPr>
          <p:cNvSpPr>
            <a:spLocks/>
          </p:cNvSpPr>
          <p:nvPr/>
        </p:nvSpPr>
        <p:spPr bwMode="auto">
          <a:xfrm>
            <a:off x="4084223" y="5708720"/>
            <a:ext cx="982662" cy="233362"/>
          </a:xfrm>
          <a:custGeom>
            <a:avLst/>
            <a:gdLst>
              <a:gd name="T0" fmla="*/ 0 w 554"/>
              <a:gd name="T1" fmla="*/ 2147483647 h 167"/>
              <a:gd name="T2" fmla="*/ 2147483647 w 554"/>
              <a:gd name="T3" fmla="*/ 2147483647 h 167"/>
              <a:gd name="T4" fmla="*/ 2147483647 w 554"/>
              <a:gd name="T5" fmla="*/ 214748364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59" name="Group 357">
            <a:extLst>
              <a:ext uri="{FF2B5EF4-FFF2-40B4-BE49-F238E27FC236}">
                <a16:creationId xmlns:a16="http://schemas.microsoft.com/office/drawing/2014/main" id="{F5E5FC5C-1765-2446-9583-0A67B919000D}"/>
              </a:ext>
            </a:extLst>
          </p:cNvPr>
          <p:cNvGrpSpPr>
            <a:grpSpLocks/>
          </p:cNvGrpSpPr>
          <p:nvPr/>
        </p:nvGrpSpPr>
        <p:grpSpPr bwMode="auto"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BE27647C-3DCE-C848-8559-90456AA1A4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9B28033-FF2E-0D49-AE8B-150A3DAC870E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90E87BE2-8DD5-F949-9609-CEE42558EC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E67E4AB2-89E6-9547-93D2-34CED5D46ECE}"/>
                </a:ext>
              </a:extLst>
            </p:cNvPr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0013E89-2E09-C94F-888A-0764BFC4C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D4D31051-3F76-8D4A-A94B-F0DCA0AFF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DFC93EA6-DE5D-3E40-831C-1084B477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4C149BB2-DFC7-984A-98E9-3C4AA2DDC501}"/>
                </a:ext>
              </a:extLst>
            </p:cNvPr>
            <p:cNvCxnSpPr>
              <a:cxnSpLocks noChangeShapeType="1"/>
              <a:endCxn id="462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AD8C9C3-3ED3-FC4C-9678-8E0AF3B54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9" name="TextBox 6">
            <a:extLst>
              <a:ext uri="{FF2B5EF4-FFF2-40B4-BE49-F238E27FC236}">
                <a16:creationId xmlns:a16="http://schemas.microsoft.com/office/drawing/2014/main" id="{EED866B1-9598-C54F-A0E0-D641030E1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0" name="TextBox 282">
            <a:extLst>
              <a:ext uri="{FF2B5EF4-FFF2-40B4-BE49-F238E27FC236}">
                <a16:creationId xmlns:a16="http://schemas.microsoft.com/office/drawing/2014/main" id="{CE2B3699-263C-CA42-8354-6E8A6186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237" name="Slide Number Placeholder 4">
            <a:extLst>
              <a:ext uri="{FF2B5EF4-FFF2-40B4-BE49-F238E27FC236}">
                <a16:creationId xmlns:a16="http://schemas.microsoft.com/office/drawing/2014/main" id="{57716A65-23C0-8B48-AA5A-19283D05D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83" y="1080571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0035B262-335A-2042-8F0A-4D25C5CCAA4C}"/>
              </a:ext>
            </a:extLst>
          </p:cNvPr>
          <p:cNvGrpSpPr>
            <a:grpSpLocks/>
          </p:cNvGrpSpPr>
          <p:nvPr/>
        </p:nvGrpSpPr>
        <p:grpSpPr bwMode="auto"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2911F90D-6E6D-8D44-A029-2BB47782B47E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2D2DB9">
                <a:lumMod val="20000"/>
                <a:lumOff val="8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24B8DF14-13D1-7B4D-AA8E-6D4B866768A6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2D2DB9">
                    <a:lumMod val="20000"/>
                    <a:lumOff val="80000"/>
                  </a:srgbClr>
                </a:gs>
              </a:gsLst>
              <a:lin ang="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B3477997-2171-D144-8F62-1363F13885FD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1">
              <a:gsLst>
                <a:gs pos="0">
                  <a:srgbClr val="2D2DB9">
                    <a:lumMod val="20000"/>
                    <a:lumOff val="8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821" name="Group 950">
              <a:extLst>
                <a:ext uri="{FF2B5EF4-FFF2-40B4-BE49-F238E27FC236}">
                  <a16:creationId xmlns:a16="http://schemas.microsoft.com/office/drawing/2014/main" id="{DB6AE1A4-24E9-664C-A51D-C17F6021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55" name="Freeform 951">
                <a:extLst>
                  <a:ext uri="{FF2B5EF4-FFF2-40B4-BE49-F238E27FC236}">
                    <a16:creationId xmlns:a16="http://schemas.microsoft.com/office/drawing/2014/main" id="{BFB37BD8-4427-2A47-AE85-B992137B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6" name="Rectangle 952">
                <a:extLst>
                  <a:ext uri="{FF2B5EF4-FFF2-40B4-BE49-F238E27FC236}">
                    <a16:creationId xmlns:a16="http://schemas.microsoft.com/office/drawing/2014/main" id="{D33ED3AE-893B-0641-B3D0-6332B9827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7" name="Freeform 953">
                <a:extLst>
                  <a:ext uri="{FF2B5EF4-FFF2-40B4-BE49-F238E27FC236}">
                    <a16:creationId xmlns:a16="http://schemas.microsoft.com/office/drawing/2014/main" id="{7F8B5734-537E-2D40-ABC5-1153CA76F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8" name="Freeform 954">
                <a:extLst>
                  <a:ext uri="{FF2B5EF4-FFF2-40B4-BE49-F238E27FC236}">
                    <a16:creationId xmlns:a16="http://schemas.microsoft.com/office/drawing/2014/main" id="{A27CC3E2-8472-FE49-B22C-8BAD36D3F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Rectangle 955">
                <a:extLst>
                  <a:ext uri="{FF2B5EF4-FFF2-40B4-BE49-F238E27FC236}">
                    <a16:creationId xmlns:a16="http://schemas.microsoft.com/office/drawing/2014/main" id="{11CD015D-401B-EC42-A713-37F4F580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0" name="Group 956">
                <a:extLst>
                  <a:ext uri="{FF2B5EF4-FFF2-40B4-BE49-F238E27FC236}">
                    <a16:creationId xmlns:a16="http://schemas.microsoft.com/office/drawing/2014/main" id="{A208DF6A-EF9F-044D-8302-1B9476D18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5" name="AutoShape 957">
                  <a:extLst>
                    <a:ext uri="{FF2B5EF4-FFF2-40B4-BE49-F238E27FC236}">
                      <a16:creationId xmlns:a16="http://schemas.microsoft.com/office/drawing/2014/main" id="{FCC50AD6-31B9-FD4A-9D12-E293AC79E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6" name="AutoShape 958">
                  <a:extLst>
                    <a:ext uri="{FF2B5EF4-FFF2-40B4-BE49-F238E27FC236}">
                      <a16:creationId xmlns:a16="http://schemas.microsoft.com/office/drawing/2014/main" id="{9515A907-A38B-AC46-9351-9821F9262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1" name="Rectangle 959">
                <a:extLst>
                  <a:ext uri="{FF2B5EF4-FFF2-40B4-BE49-F238E27FC236}">
                    <a16:creationId xmlns:a16="http://schemas.microsoft.com/office/drawing/2014/main" id="{DA74175D-E323-954D-B321-A525406F9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2" name="Group 960">
                <a:extLst>
                  <a:ext uri="{FF2B5EF4-FFF2-40B4-BE49-F238E27FC236}">
                    <a16:creationId xmlns:a16="http://schemas.microsoft.com/office/drawing/2014/main" id="{28DE356C-C6F7-BA40-87C6-C5B5BE6C2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3" name="AutoShape 961">
                  <a:extLst>
                    <a:ext uri="{FF2B5EF4-FFF2-40B4-BE49-F238E27FC236}">
                      <a16:creationId xmlns:a16="http://schemas.microsoft.com/office/drawing/2014/main" id="{9643844A-45E6-7443-A468-4BC3D176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4" name="AutoShape 962">
                  <a:extLst>
                    <a:ext uri="{FF2B5EF4-FFF2-40B4-BE49-F238E27FC236}">
                      <a16:creationId xmlns:a16="http://schemas.microsoft.com/office/drawing/2014/main" id="{60C84F35-0A59-8349-91F6-D5FECFED7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3" name="Rectangle 963">
                <a:extLst>
                  <a:ext uri="{FF2B5EF4-FFF2-40B4-BE49-F238E27FC236}">
                    <a16:creationId xmlns:a16="http://schemas.microsoft.com/office/drawing/2014/main" id="{92014399-9751-FC4F-9035-A395245BC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4" name="Rectangle 964">
                <a:extLst>
                  <a:ext uri="{FF2B5EF4-FFF2-40B4-BE49-F238E27FC236}">
                    <a16:creationId xmlns:a16="http://schemas.microsoft.com/office/drawing/2014/main" id="{9B818A3E-FD1D-F04D-8158-62E78EE4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5" name="Group 965">
                <a:extLst>
                  <a:ext uri="{FF2B5EF4-FFF2-40B4-BE49-F238E27FC236}">
                    <a16:creationId xmlns:a16="http://schemas.microsoft.com/office/drawing/2014/main" id="{4CE95AA0-C88F-3D48-98E7-F3E038739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1" name="AutoShape 966">
                  <a:extLst>
                    <a:ext uri="{FF2B5EF4-FFF2-40B4-BE49-F238E27FC236}">
                      <a16:creationId xmlns:a16="http://schemas.microsoft.com/office/drawing/2014/main" id="{5B978760-D630-664D-941B-E0517C20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2" name="AutoShape 967">
                  <a:extLst>
                    <a:ext uri="{FF2B5EF4-FFF2-40B4-BE49-F238E27FC236}">
                      <a16:creationId xmlns:a16="http://schemas.microsoft.com/office/drawing/2014/main" id="{66581CC6-E163-4349-98BB-7B8F11B5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0C578B43-7341-984A-8E2E-758C1FE6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7" name="Group 969">
                <a:extLst>
                  <a:ext uri="{FF2B5EF4-FFF2-40B4-BE49-F238E27FC236}">
                    <a16:creationId xmlns:a16="http://schemas.microsoft.com/office/drawing/2014/main" id="{00F4A952-5D56-894B-BE04-57FD8D9A8F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79" name="AutoShape 970">
                  <a:extLst>
                    <a:ext uri="{FF2B5EF4-FFF2-40B4-BE49-F238E27FC236}">
                      <a16:creationId xmlns:a16="http://schemas.microsoft.com/office/drawing/2014/main" id="{C6D2E1F8-9BE6-1340-A97F-25C96F4EA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0" name="AutoShape 971">
                  <a:extLst>
                    <a:ext uri="{FF2B5EF4-FFF2-40B4-BE49-F238E27FC236}">
                      <a16:creationId xmlns:a16="http://schemas.microsoft.com/office/drawing/2014/main" id="{076B7F4B-58FD-394A-A7D1-825421A0D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8" name="Rectangle 972">
                <a:extLst>
                  <a:ext uri="{FF2B5EF4-FFF2-40B4-BE49-F238E27FC236}">
                    <a16:creationId xmlns:a16="http://schemas.microsoft.com/office/drawing/2014/main" id="{9CF6079F-A485-B34F-BAE1-E461B27B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9" name="Freeform 973">
                <a:extLst>
                  <a:ext uri="{FF2B5EF4-FFF2-40B4-BE49-F238E27FC236}">
                    <a16:creationId xmlns:a16="http://schemas.microsoft.com/office/drawing/2014/main" id="{4D22F667-50F0-554D-A2A3-06E318F9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0" name="Freeform 974">
                <a:extLst>
                  <a:ext uri="{FF2B5EF4-FFF2-40B4-BE49-F238E27FC236}">
                    <a16:creationId xmlns:a16="http://schemas.microsoft.com/office/drawing/2014/main" id="{FEA6AA77-7341-EC44-9A1C-8FF6D342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1" name="Oval 975">
                <a:extLst>
                  <a:ext uri="{FF2B5EF4-FFF2-40B4-BE49-F238E27FC236}">
                    <a16:creationId xmlns:a16="http://schemas.microsoft.com/office/drawing/2014/main" id="{A02843C6-28FA-9945-9CEB-7717E68B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2" name="Freeform 976">
                <a:extLst>
                  <a:ext uri="{FF2B5EF4-FFF2-40B4-BE49-F238E27FC236}">
                    <a16:creationId xmlns:a16="http://schemas.microsoft.com/office/drawing/2014/main" id="{B41467ED-71ED-774D-B5B1-0E498264B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3" name="AutoShape 977">
                <a:extLst>
                  <a:ext uri="{FF2B5EF4-FFF2-40B4-BE49-F238E27FC236}">
                    <a16:creationId xmlns:a16="http://schemas.microsoft.com/office/drawing/2014/main" id="{9B5749F0-C743-D247-9288-DD5C4B67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4" name="AutoShape 978">
                <a:extLst>
                  <a:ext uri="{FF2B5EF4-FFF2-40B4-BE49-F238E27FC236}">
                    <a16:creationId xmlns:a16="http://schemas.microsoft.com/office/drawing/2014/main" id="{990B835A-E601-8B4A-913C-86C2C6F75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5" name="Oval 979">
                <a:extLst>
                  <a:ext uri="{FF2B5EF4-FFF2-40B4-BE49-F238E27FC236}">
                    <a16:creationId xmlns:a16="http://schemas.microsoft.com/office/drawing/2014/main" id="{54D6634C-D1A9-6142-9854-19C444BA4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6" name="Oval 980">
                <a:extLst>
                  <a:ext uri="{FF2B5EF4-FFF2-40B4-BE49-F238E27FC236}">
                    <a16:creationId xmlns:a16="http://schemas.microsoft.com/office/drawing/2014/main" id="{4B663C71-DBAC-684F-AC10-C3062136D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7" name="Oval 981">
                <a:extLst>
                  <a:ext uri="{FF2B5EF4-FFF2-40B4-BE49-F238E27FC236}">
                    <a16:creationId xmlns:a16="http://schemas.microsoft.com/office/drawing/2014/main" id="{89DA651A-7990-3046-B6A9-BDF3A76B1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8" name="Rectangle 982">
                <a:extLst>
                  <a:ext uri="{FF2B5EF4-FFF2-40B4-BE49-F238E27FC236}">
                    <a16:creationId xmlns:a16="http://schemas.microsoft.com/office/drawing/2014/main" id="{97BCC976-FD19-5C44-A0F3-970A14677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22" name="Group 950">
              <a:extLst>
                <a:ext uri="{FF2B5EF4-FFF2-40B4-BE49-F238E27FC236}">
                  <a16:creationId xmlns:a16="http://schemas.microsoft.com/office/drawing/2014/main" id="{408FB985-1A5F-F147-891F-C6EE203F1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823" name="Freeform 951">
                <a:extLst>
                  <a:ext uri="{FF2B5EF4-FFF2-40B4-BE49-F238E27FC236}">
                    <a16:creationId xmlns:a16="http://schemas.microsoft.com/office/drawing/2014/main" id="{E5433180-28F2-BE4A-AA7C-A7B21A63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Rectangle 952">
                <a:extLst>
                  <a:ext uri="{FF2B5EF4-FFF2-40B4-BE49-F238E27FC236}">
                    <a16:creationId xmlns:a16="http://schemas.microsoft.com/office/drawing/2014/main" id="{8C5BD778-66FD-3945-B836-91E6ED4A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5" name="Freeform 953">
                <a:extLst>
                  <a:ext uri="{FF2B5EF4-FFF2-40B4-BE49-F238E27FC236}">
                    <a16:creationId xmlns:a16="http://schemas.microsoft.com/office/drawing/2014/main" id="{2A91ACBD-8D41-DD4C-A2B1-048B348B9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6" name="Freeform 954">
                <a:extLst>
                  <a:ext uri="{FF2B5EF4-FFF2-40B4-BE49-F238E27FC236}">
                    <a16:creationId xmlns:a16="http://schemas.microsoft.com/office/drawing/2014/main" id="{FD9AFB84-DB6D-6046-8467-AD372F41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7" name="Rectangle 955">
                <a:extLst>
                  <a:ext uri="{FF2B5EF4-FFF2-40B4-BE49-F238E27FC236}">
                    <a16:creationId xmlns:a16="http://schemas.microsoft.com/office/drawing/2014/main" id="{77DBE4BA-8D67-5B43-8297-B9D264FE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28" name="Group 956">
                <a:extLst>
                  <a:ext uri="{FF2B5EF4-FFF2-40B4-BE49-F238E27FC236}">
                    <a16:creationId xmlns:a16="http://schemas.microsoft.com/office/drawing/2014/main" id="{F3DA3736-9C54-FD40-9182-376547A2A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53" name="AutoShape 957">
                  <a:extLst>
                    <a:ext uri="{FF2B5EF4-FFF2-40B4-BE49-F238E27FC236}">
                      <a16:creationId xmlns:a16="http://schemas.microsoft.com/office/drawing/2014/main" id="{AF6DA2C1-3BA8-9F42-8082-1828FAC4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4" name="AutoShape 958">
                  <a:extLst>
                    <a:ext uri="{FF2B5EF4-FFF2-40B4-BE49-F238E27FC236}">
                      <a16:creationId xmlns:a16="http://schemas.microsoft.com/office/drawing/2014/main" id="{7E65A1C9-4BD5-C648-BDA4-FE7A4B126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29" name="Rectangle 959">
                <a:extLst>
                  <a:ext uri="{FF2B5EF4-FFF2-40B4-BE49-F238E27FC236}">
                    <a16:creationId xmlns:a16="http://schemas.microsoft.com/office/drawing/2014/main" id="{EC0E4CD1-FF46-4441-8D14-83271188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0" name="Group 960">
                <a:extLst>
                  <a:ext uri="{FF2B5EF4-FFF2-40B4-BE49-F238E27FC236}">
                    <a16:creationId xmlns:a16="http://schemas.microsoft.com/office/drawing/2014/main" id="{E64F3582-6063-6041-8631-63DD7426A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51" name="AutoShape 961">
                  <a:extLst>
                    <a:ext uri="{FF2B5EF4-FFF2-40B4-BE49-F238E27FC236}">
                      <a16:creationId xmlns:a16="http://schemas.microsoft.com/office/drawing/2014/main" id="{C34EAECD-E1EF-8646-9F61-922B7F0EA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2" name="AutoShape 962">
                  <a:extLst>
                    <a:ext uri="{FF2B5EF4-FFF2-40B4-BE49-F238E27FC236}">
                      <a16:creationId xmlns:a16="http://schemas.microsoft.com/office/drawing/2014/main" id="{9D855FB6-3F8B-4F48-BB63-40E93ACB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1" name="Rectangle 963">
                <a:extLst>
                  <a:ext uri="{FF2B5EF4-FFF2-40B4-BE49-F238E27FC236}">
                    <a16:creationId xmlns:a16="http://schemas.microsoft.com/office/drawing/2014/main" id="{F062D5F9-755C-724B-955A-7A2BDC06D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2" name="Rectangle 964">
                <a:extLst>
                  <a:ext uri="{FF2B5EF4-FFF2-40B4-BE49-F238E27FC236}">
                    <a16:creationId xmlns:a16="http://schemas.microsoft.com/office/drawing/2014/main" id="{177A8ED0-5EFF-1249-9487-CD3CEB43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3" name="Group 965">
                <a:extLst>
                  <a:ext uri="{FF2B5EF4-FFF2-40B4-BE49-F238E27FC236}">
                    <a16:creationId xmlns:a16="http://schemas.microsoft.com/office/drawing/2014/main" id="{A1DF88D1-CA38-D94A-B614-BF080EB38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49" name="AutoShape 966">
                  <a:extLst>
                    <a:ext uri="{FF2B5EF4-FFF2-40B4-BE49-F238E27FC236}">
                      <a16:creationId xmlns:a16="http://schemas.microsoft.com/office/drawing/2014/main" id="{F38F11ED-A8CE-5249-99B7-BC200E46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0" name="AutoShape 967">
                  <a:extLst>
                    <a:ext uri="{FF2B5EF4-FFF2-40B4-BE49-F238E27FC236}">
                      <a16:creationId xmlns:a16="http://schemas.microsoft.com/office/drawing/2014/main" id="{BE8854EE-7F90-844A-B45E-E7DD53A0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4" name="Freeform 968">
                <a:extLst>
                  <a:ext uri="{FF2B5EF4-FFF2-40B4-BE49-F238E27FC236}">
                    <a16:creationId xmlns:a16="http://schemas.microsoft.com/office/drawing/2014/main" id="{C685DB2D-2CAC-9042-82A0-DF8A8A5C7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5" name="Group 969">
                <a:extLst>
                  <a:ext uri="{FF2B5EF4-FFF2-40B4-BE49-F238E27FC236}">
                    <a16:creationId xmlns:a16="http://schemas.microsoft.com/office/drawing/2014/main" id="{17E8E7C0-53DA-9845-A7EC-5C2E647C9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47" name="AutoShape 970">
                  <a:extLst>
                    <a:ext uri="{FF2B5EF4-FFF2-40B4-BE49-F238E27FC236}">
                      <a16:creationId xmlns:a16="http://schemas.microsoft.com/office/drawing/2014/main" id="{B5CA9A5E-F11C-004B-9937-AD191292A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8" name="AutoShape 971">
                  <a:extLst>
                    <a:ext uri="{FF2B5EF4-FFF2-40B4-BE49-F238E27FC236}">
                      <a16:creationId xmlns:a16="http://schemas.microsoft.com/office/drawing/2014/main" id="{96386543-71E7-1D42-9624-7949180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6" name="Rectangle 972">
                <a:extLst>
                  <a:ext uri="{FF2B5EF4-FFF2-40B4-BE49-F238E27FC236}">
                    <a16:creationId xmlns:a16="http://schemas.microsoft.com/office/drawing/2014/main" id="{C1AF9949-5911-9240-A6AD-91975A73F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7" name="Freeform 973">
                <a:extLst>
                  <a:ext uri="{FF2B5EF4-FFF2-40B4-BE49-F238E27FC236}">
                    <a16:creationId xmlns:a16="http://schemas.microsoft.com/office/drawing/2014/main" id="{27BBB8ED-9D76-4E4F-BF4D-5A7FF5643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8" name="Freeform 974">
                <a:extLst>
                  <a:ext uri="{FF2B5EF4-FFF2-40B4-BE49-F238E27FC236}">
                    <a16:creationId xmlns:a16="http://schemas.microsoft.com/office/drawing/2014/main" id="{02E9A54F-05AA-404E-91E8-11085F7EB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9" name="Oval 975">
                <a:extLst>
                  <a:ext uri="{FF2B5EF4-FFF2-40B4-BE49-F238E27FC236}">
                    <a16:creationId xmlns:a16="http://schemas.microsoft.com/office/drawing/2014/main" id="{9AC3BA29-CFE0-7A41-866E-F884B95B8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0" name="Freeform 976">
                <a:extLst>
                  <a:ext uri="{FF2B5EF4-FFF2-40B4-BE49-F238E27FC236}">
                    <a16:creationId xmlns:a16="http://schemas.microsoft.com/office/drawing/2014/main" id="{E7FFF245-8A0A-2749-A793-25B6F30E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1" name="AutoShape 977">
                <a:extLst>
                  <a:ext uri="{FF2B5EF4-FFF2-40B4-BE49-F238E27FC236}">
                    <a16:creationId xmlns:a16="http://schemas.microsoft.com/office/drawing/2014/main" id="{774C1F7E-EF61-9041-A67B-B2D38BDB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2" name="AutoShape 978">
                <a:extLst>
                  <a:ext uri="{FF2B5EF4-FFF2-40B4-BE49-F238E27FC236}">
                    <a16:creationId xmlns:a16="http://schemas.microsoft.com/office/drawing/2014/main" id="{8321AD11-FD38-2140-803F-0861F460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3" name="Oval 979">
                <a:extLst>
                  <a:ext uri="{FF2B5EF4-FFF2-40B4-BE49-F238E27FC236}">
                    <a16:creationId xmlns:a16="http://schemas.microsoft.com/office/drawing/2014/main" id="{3B03DD16-3989-194B-BD6E-9FAE3F6C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4" name="Oval 980">
                <a:extLst>
                  <a:ext uri="{FF2B5EF4-FFF2-40B4-BE49-F238E27FC236}">
                    <a16:creationId xmlns:a16="http://schemas.microsoft.com/office/drawing/2014/main" id="{FB43C4D6-3355-2049-A335-F477077CE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5" name="Oval 981">
                <a:extLst>
                  <a:ext uri="{FF2B5EF4-FFF2-40B4-BE49-F238E27FC236}">
                    <a16:creationId xmlns:a16="http://schemas.microsoft.com/office/drawing/2014/main" id="{8045FE53-47F3-754E-922B-AF14C0360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6" name="Rectangle 982">
                <a:extLst>
                  <a:ext uri="{FF2B5EF4-FFF2-40B4-BE49-F238E27FC236}">
                    <a16:creationId xmlns:a16="http://schemas.microsoft.com/office/drawing/2014/main" id="{970F4A74-CE34-AE4C-A565-ABAC41470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887" name="Freeform 2">
            <a:extLst>
              <a:ext uri="{FF2B5EF4-FFF2-40B4-BE49-F238E27FC236}">
                <a16:creationId xmlns:a16="http://schemas.microsoft.com/office/drawing/2014/main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BFDE916B-AF97-DB4F-88E3-3211F74E07F5}"/>
              </a:ext>
            </a:extLst>
          </p:cNvPr>
          <p:cNvCxnSpPr/>
          <p:nvPr/>
        </p:nvCxnSpPr>
        <p:spPr>
          <a:xfrm flipV="1">
            <a:off x="5011593" y="5847730"/>
            <a:ext cx="1316037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11A6A20F-5B1F-E34C-A889-7D7216BC52A6}"/>
              </a:ext>
            </a:extLst>
          </p:cNvPr>
          <p:cNvCxnSpPr/>
          <p:nvPr/>
        </p:nvCxnSpPr>
        <p:spPr>
          <a:xfrm>
            <a:off x="4900468" y="6035055"/>
            <a:ext cx="2259012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EC3A188E-9403-584D-9DE4-BD063B6A9984}"/>
              </a:ext>
            </a:extLst>
          </p:cNvPr>
          <p:cNvCxnSpPr/>
          <p:nvPr/>
        </p:nvCxnSpPr>
        <p:spPr>
          <a:xfrm>
            <a:off x="4913168" y="6139830"/>
            <a:ext cx="714375" cy="2762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CA8EFEA7-A8AA-F945-BA1D-4ACB721622E5}"/>
              </a:ext>
            </a:extLst>
          </p:cNvPr>
          <p:cNvCxnSpPr/>
          <p:nvPr/>
        </p:nvCxnSpPr>
        <p:spPr>
          <a:xfrm flipV="1">
            <a:off x="5930755" y="6333505"/>
            <a:ext cx="1247775" cy="825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B2D0340F-062D-4B43-ADB5-74954D542D1B}"/>
              </a:ext>
            </a:extLst>
          </p:cNvPr>
          <p:cNvCxnSpPr/>
          <p:nvPr/>
        </p:nvCxnSpPr>
        <p:spPr>
          <a:xfrm>
            <a:off x="6591155" y="5881067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694966F7-E79E-AC42-A981-710223649ACC}"/>
              </a:ext>
            </a:extLst>
          </p:cNvPr>
          <p:cNvCxnSpPr/>
          <p:nvPr/>
        </p:nvCxnSpPr>
        <p:spPr>
          <a:xfrm flipV="1">
            <a:off x="5875193" y="6035055"/>
            <a:ext cx="1790700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E084439A-562F-9047-916D-8BFA8D983C78}"/>
              </a:ext>
            </a:extLst>
          </p:cNvPr>
          <p:cNvCxnSpPr/>
          <p:nvPr/>
        </p:nvCxnSpPr>
        <p:spPr>
          <a:xfrm flipV="1">
            <a:off x="7202343" y="6063630"/>
            <a:ext cx="588962" cy="26987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B834EF84-01CE-DB43-AA3A-31C4F6601F10}"/>
              </a:ext>
            </a:extLst>
          </p:cNvPr>
          <p:cNvCxnSpPr/>
          <p:nvPr/>
        </p:nvCxnSpPr>
        <p:spPr>
          <a:xfrm>
            <a:off x="6345093" y="5847730"/>
            <a:ext cx="814387" cy="401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896" name="Group 895">
            <a:extLst>
              <a:ext uri="{FF2B5EF4-FFF2-40B4-BE49-F238E27FC236}">
                <a16:creationId xmlns:a16="http://schemas.microsoft.com/office/drawing/2014/main" id="{711F93EB-336F-294F-9B30-EC65C9DC0F9C}"/>
              </a:ext>
            </a:extLst>
          </p:cNvPr>
          <p:cNvGrpSpPr>
            <a:grpSpLocks/>
          </p:cNvGrpSpPr>
          <p:nvPr/>
        </p:nvGrpSpPr>
        <p:grpSpPr bwMode="auto"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897" name="TextBox 399">
              <a:extLst>
                <a:ext uri="{FF2B5EF4-FFF2-40B4-BE49-F238E27FC236}">
                  <a16:creationId xmlns:a16="http://schemas.microsoft.com/office/drawing/2014/main" id="{02C371D3-2C1E-5244-9747-22984982B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898" name="TextBox 400">
              <a:extLst>
                <a:ext uri="{FF2B5EF4-FFF2-40B4-BE49-F238E27FC236}">
                  <a16:creationId xmlns:a16="http://schemas.microsoft.com/office/drawing/2014/main" id="{E9FCEA42-739D-C647-B0B2-29DF6799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B4D02647-EB69-3549-8B8C-C214B4362D0C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D1C980A1-7A81-E64E-86E7-AE4ADB468ED3}"/>
              </a:ext>
            </a:extLst>
          </p:cNvPr>
          <p:cNvGrpSpPr>
            <a:grpSpLocks/>
          </p:cNvGrpSpPr>
          <p:nvPr/>
        </p:nvGrpSpPr>
        <p:grpSpPr bwMode="auto"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01" name="Group 401">
              <a:extLst>
                <a:ext uri="{FF2B5EF4-FFF2-40B4-BE49-F238E27FC236}">
                  <a16:creationId xmlns:a16="http://schemas.microsoft.com/office/drawing/2014/main" id="{0C7ACA51-7903-9B4D-A9BA-79FE11C0D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4D33FA09-AAF7-044A-A5A8-F3F23C68AF3C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23" name="Straight Connector 922">
                <a:extLst>
                  <a:ext uri="{FF2B5EF4-FFF2-40B4-BE49-F238E27FC236}">
                    <a16:creationId xmlns:a16="http://schemas.microsoft.com/office/drawing/2014/main" id="{C201AD05-8A56-4949-B304-A2A9AB5DD587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id="{ED7C9AD7-08A8-D942-BF3A-F53E94AF4B95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5" name="Straight Connector 924">
                <a:extLst>
                  <a:ext uri="{FF2B5EF4-FFF2-40B4-BE49-F238E27FC236}">
                    <a16:creationId xmlns:a16="http://schemas.microsoft.com/office/drawing/2014/main" id="{143A10B8-06CC-D647-AEF7-2670CD772003}"/>
                  </a:ext>
                </a:extLst>
              </p:cNvPr>
              <p:cNvCxnSpPr>
                <a:stCxn id="922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2" name="Group 406">
              <a:extLst>
                <a:ext uri="{FF2B5EF4-FFF2-40B4-BE49-F238E27FC236}">
                  <a16:creationId xmlns:a16="http://schemas.microsoft.com/office/drawing/2014/main" id="{508A07A5-EEA9-904C-A972-4C4DADB52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3F286581-2453-1F47-8CC7-5657614015DB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30F55D65-689B-184E-A7EE-17D45743B000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076ADE22-2AEF-5040-9FA3-121B2C370E3A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1" name="Straight Connector 920">
                <a:extLst>
                  <a:ext uri="{FF2B5EF4-FFF2-40B4-BE49-F238E27FC236}">
                    <a16:creationId xmlns:a16="http://schemas.microsoft.com/office/drawing/2014/main" id="{F2B6C973-6DE4-2349-9A6A-64B1F7541845}"/>
                  </a:ext>
                </a:extLst>
              </p:cNvPr>
              <p:cNvCxnSpPr>
                <a:stCxn id="91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3" name="Group 411">
              <a:extLst>
                <a:ext uri="{FF2B5EF4-FFF2-40B4-BE49-F238E27FC236}">
                  <a16:creationId xmlns:a16="http://schemas.microsoft.com/office/drawing/2014/main" id="{AB449866-D0BC-6B4F-801B-0FA210DD8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4E4F9BC1-F5BE-B344-A249-E838C680C739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DB20F410-274B-C043-A0B4-75FDB2F514FF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7E028785-0101-4B45-BBD3-8308680B4792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A47B9AA0-7155-B643-A937-D99E939A959D}"/>
                  </a:ext>
                </a:extLst>
              </p:cNvPr>
              <p:cNvCxnSpPr>
                <a:stCxn id="914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4" name="Group 416">
              <a:extLst>
                <a:ext uri="{FF2B5EF4-FFF2-40B4-BE49-F238E27FC236}">
                  <a16:creationId xmlns:a16="http://schemas.microsoft.com/office/drawing/2014/main" id="{6CFC219B-7363-534F-BBB9-2940C18F6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90F17FE-7DC7-C744-AC85-74012E165AB3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493DE14E-A2F1-A249-AD60-B96754D395E1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2" name="Straight Connector 911">
                <a:extLst>
                  <a:ext uri="{FF2B5EF4-FFF2-40B4-BE49-F238E27FC236}">
                    <a16:creationId xmlns:a16="http://schemas.microsoft.com/office/drawing/2014/main" id="{8DFE02DA-2A86-4844-B164-F4DC02A4123A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C4AA7EE7-5C2E-8D48-989F-F7194666A353}"/>
                  </a:ext>
                </a:extLst>
              </p:cNvPr>
              <p:cNvCxnSpPr>
                <a:stCxn id="910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5" name="Group 421">
              <a:extLst>
                <a:ext uri="{FF2B5EF4-FFF2-40B4-BE49-F238E27FC236}">
                  <a16:creationId xmlns:a16="http://schemas.microsoft.com/office/drawing/2014/main" id="{1FA36B18-95B0-CB4E-95BE-59E971816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EE684161-8E76-E041-95F6-E692F09DB739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id="{7927B3EE-2CC2-B44C-94F1-B69CA0A815A2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8" name="Straight Connector 907">
                <a:extLst>
                  <a:ext uri="{FF2B5EF4-FFF2-40B4-BE49-F238E27FC236}">
                    <a16:creationId xmlns:a16="http://schemas.microsoft.com/office/drawing/2014/main" id="{89B6595F-CFF0-3B40-B47C-ADB86E974281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id="{C551D2B6-035F-CE4D-A43A-5FFB5AFCEED5}"/>
                  </a:ext>
                </a:extLst>
              </p:cNvPr>
              <p:cNvCxnSpPr>
                <a:stCxn id="906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926" name="Group 925">
            <a:extLst>
              <a:ext uri="{FF2B5EF4-FFF2-40B4-BE49-F238E27FC236}">
                <a16:creationId xmlns:a16="http://schemas.microsoft.com/office/drawing/2014/main" id="{A988FEAF-222E-2C4B-8C38-8B6C17D4D63D}"/>
              </a:ext>
            </a:extLst>
          </p:cNvPr>
          <p:cNvGrpSpPr>
            <a:grpSpLocks/>
          </p:cNvGrpSpPr>
          <p:nvPr/>
        </p:nvGrpSpPr>
        <p:grpSpPr bwMode="auto"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875BCAC4-B573-D54B-BF32-094096F89D98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0D857BEA-FC6F-1449-A5C0-C21CC8BC5CED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218DF382-E11C-A94A-ABF5-F93EB0534196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BD4E8E8A-5281-2546-8825-0786245B15DA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E78920D8-D684-1642-B41B-2CC538B9202E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932" name="Group 28">
              <a:extLst>
                <a:ext uri="{FF2B5EF4-FFF2-40B4-BE49-F238E27FC236}">
                  <a16:creationId xmlns:a16="http://schemas.microsoft.com/office/drawing/2014/main" id="{088ACE2A-7A5D-4F42-921C-CF157C28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id="{D3ADC60A-D45A-1346-84AC-B4714AE1CB27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id="{8C732665-0AF3-514A-8491-058D584AA66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3" name="Group 29">
              <a:extLst>
                <a:ext uri="{FF2B5EF4-FFF2-40B4-BE49-F238E27FC236}">
                  <a16:creationId xmlns:a16="http://schemas.microsoft.com/office/drawing/2014/main" id="{BE1E7CEF-FBEC-2040-A3E0-0EBB60746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855E433C-9E28-D243-A7F8-5DC16663171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3926DE25-E9FB-D540-98B7-27C7DBB56A43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4" name="Group 30">
              <a:extLst>
                <a:ext uri="{FF2B5EF4-FFF2-40B4-BE49-F238E27FC236}">
                  <a16:creationId xmlns:a16="http://schemas.microsoft.com/office/drawing/2014/main" id="{B108AACE-03DC-254D-AC34-727FF075B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20B4E373-A127-2049-BBD2-5D8AFBDD7F00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7CCAB184-9AE2-7B4C-80D2-9640964D0371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5" name="Group 48257">
              <a:extLst>
                <a:ext uri="{FF2B5EF4-FFF2-40B4-BE49-F238E27FC236}">
                  <a16:creationId xmlns:a16="http://schemas.microsoft.com/office/drawing/2014/main" id="{DFD8AD38-F69C-AE4E-A7C6-58BC92264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E33D11D1-8D4D-F14F-B9FC-6D2FB093890B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A04F27FE-A553-BA4D-8784-D3F9D239406C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6" name="Group 48258">
              <a:extLst>
                <a:ext uri="{FF2B5EF4-FFF2-40B4-BE49-F238E27FC236}">
                  <a16:creationId xmlns:a16="http://schemas.microsoft.com/office/drawing/2014/main" id="{47B32372-CF84-404F-9FD0-9ACFAC4EE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4E2A68FE-149D-DD45-B62C-268C2B48078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690B7076-D7BF-A64B-A741-7A1AB99BC7BD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91F629B-CF25-F443-9115-62469DD7E55B}"/>
              </a:ext>
            </a:extLst>
          </p:cNvPr>
          <p:cNvGrpSpPr>
            <a:grpSpLocks/>
          </p:cNvGrpSpPr>
          <p:nvPr/>
        </p:nvGrpSpPr>
        <p:grpSpPr bwMode="auto"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766E8B3-28C0-B742-8340-745064581E4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CDF62C6F-3C23-F349-9A9F-804273D0BA51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497E72DF-A12C-4044-A2D6-B881FE41D26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EF8C79E1-BE27-8F43-B34B-79F8C5338E4E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4B55563F-765E-CC4D-92B4-D17FBE1B08A6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805093" y="4634880"/>
            <a:ext cx="4957762" cy="693737"/>
            <a:chOff x="2055070" y="4690247"/>
            <a:chExt cx="4956877" cy="694339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C71DD82B-ED54-9D40-848F-40B6802EC749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CDA497B5-1F53-4B4A-B52C-8AF25ACDEA7D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7E038D77-DD73-D34F-AE34-D667F6E9B9F0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F4182402-0285-CD46-9828-6534BE97D257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1069" name="Group 347">
            <a:extLst>
              <a:ext uri="{FF2B5EF4-FFF2-40B4-BE49-F238E27FC236}">
                <a16:creationId xmlns:a16="http://schemas.microsoft.com/office/drawing/2014/main" id="{4D6C1728-73DE-F748-A0E0-11321B8F7571}"/>
              </a:ext>
            </a:extLst>
          </p:cNvPr>
          <p:cNvGrpSpPr>
            <a:grpSpLocks/>
          </p:cNvGrpSpPr>
          <p:nvPr/>
        </p:nvGrpSpPr>
        <p:grpSpPr bwMode="auto"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BD0DE6BC-801F-2349-B339-2073DD002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8006CA96-E3FA-9945-9B82-02259999272B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AC968267-A70E-0B48-9B2B-F3F7549B2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3543F393-921B-2544-AAF2-81DE265DCA01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36A99124-4AE5-ED4F-A834-C0222885A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9CE3F7E2-B553-1E45-88FC-E2E1EC32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D7BB9DED-4899-7649-AEBA-749DA4527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E8965662-2E9A-0244-946F-4423CC691CFA}"/>
                </a:ext>
              </a:extLst>
            </p:cNvPr>
            <p:cNvCxnSpPr>
              <a:cxnSpLocks noChangeShapeType="1"/>
              <a:endCxn id="1072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857BA7A2-209C-0B4F-9F2F-F5D9E12C5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79" name="Group 347">
            <a:extLst>
              <a:ext uri="{FF2B5EF4-FFF2-40B4-BE49-F238E27FC236}">
                <a16:creationId xmlns:a16="http://schemas.microsoft.com/office/drawing/2014/main" id="{23A5395A-73E4-9545-9CCB-0643AECEF709}"/>
              </a:ext>
            </a:extLst>
          </p:cNvPr>
          <p:cNvGrpSpPr>
            <a:grpSpLocks/>
          </p:cNvGrpSpPr>
          <p:nvPr/>
        </p:nvGrpSpPr>
        <p:grpSpPr bwMode="auto"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DF4469B4-1A62-884E-B93E-2088628FCF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CEED749C-6638-6040-A523-CBE05E8011F2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E82E8A3A-0CDF-0142-A8D4-2A7F88E46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20B0C69D-2EFF-CC4C-91E3-DE028EA90E90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8F166C83-2DE4-AA4C-934F-358B1ABBD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64120D6F-CF36-7A4B-868D-9522C1F79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8477E0BD-F61A-594C-8419-6BA64D7D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53F7848D-82FC-7641-AC58-517C9B2FB854}"/>
                </a:ext>
              </a:extLst>
            </p:cNvPr>
            <p:cNvCxnSpPr>
              <a:cxnSpLocks noChangeShapeType="1"/>
              <a:endCxn id="1082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A830BBF-D185-DB42-96F5-34C5273F4B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9" name="Group 347">
            <a:extLst>
              <a:ext uri="{FF2B5EF4-FFF2-40B4-BE49-F238E27FC236}">
                <a16:creationId xmlns:a16="http://schemas.microsoft.com/office/drawing/2014/main" id="{B6A937C7-17A9-A648-A780-A8D67F2249E6}"/>
              </a:ext>
            </a:extLst>
          </p:cNvPr>
          <p:cNvGrpSpPr>
            <a:grpSpLocks/>
          </p:cNvGrpSpPr>
          <p:nvPr/>
        </p:nvGrpSpPr>
        <p:grpSpPr bwMode="auto"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21A30E2F-9F7B-DC47-908B-38849C8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368E56E7-1038-F843-8824-9F2406D135D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5E09C5D1-4489-9245-906B-AB737B65B9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60675A58-4EA5-F645-8293-8D562D37C4A7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936A0061-F839-A048-9329-4BA74387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5010EAA9-D9FE-B348-B497-E58DC4A70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E2301F16-3352-1848-BBB4-2365D15D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D853D2D6-514A-9847-BBC3-2AE928C8DAFB}"/>
                </a:ext>
              </a:extLst>
            </p:cNvPr>
            <p:cNvCxnSpPr>
              <a:cxnSpLocks noChangeShapeType="1"/>
              <a:endCxn id="109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0F7465E9-0BFE-964B-AB98-F93DD8210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9" name="Group 347">
            <a:extLst>
              <a:ext uri="{FF2B5EF4-FFF2-40B4-BE49-F238E27FC236}">
                <a16:creationId xmlns:a16="http://schemas.microsoft.com/office/drawing/2014/main" id="{B1B48B52-0F33-0442-B024-9A681DC9E147}"/>
              </a:ext>
            </a:extLst>
          </p:cNvPr>
          <p:cNvGrpSpPr>
            <a:grpSpLocks/>
          </p:cNvGrpSpPr>
          <p:nvPr/>
        </p:nvGrpSpPr>
        <p:grpSpPr bwMode="auto"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B2DB57CB-08BD-2F4D-A7ED-38936BBFA3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5A9C96D-A2BA-754F-A882-52122EB391B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83C4800F-B303-9446-B339-EF2E78D32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8248D620-997C-1B4D-A023-5CD8220FC4D0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906FE13D-AC05-AA42-853B-9FAC9CA2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DE4AB67E-E389-E747-AA8A-F557E3BD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A18C8CAC-63E9-E248-8397-1346071AD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73BEE8CD-92EF-AB4A-9223-19BD5734C8CF}"/>
                </a:ext>
              </a:extLst>
            </p:cNvPr>
            <p:cNvCxnSpPr>
              <a:cxnSpLocks noChangeShapeType="1"/>
              <a:endCxn id="110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5BC61A72-737C-4F4F-802A-7DAAF663B4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0" name="Group 11">
            <a:extLst>
              <a:ext uri="{FF2B5EF4-FFF2-40B4-BE49-F238E27FC236}">
                <a16:creationId xmlns:a16="http://schemas.microsoft.com/office/drawing/2014/main" id="{E5217315-CB03-2542-94D5-3FA12A407609}"/>
              </a:ext>
            </a:extLst>
          </p:cNvPr>
          <p:cNvGrpSpPr>
            <a:grpSpLocks/>
          </p:cNvGrpSpPr>
          <p:nvPr/>
        </p:nvGrpSpPr>
        <p:grpSpPr bwMode="auto">
          <a:xfrm>
            <a:off x="4494536" y="2167905"/>
            <a:ext cx="3597875" cy="493470"/>
            <a:chOff x="2705100" y="2011398"/>
            <a:chExt cx="3597533" cy="493677"/>
          </a:xfrm>
        </p:grpSpPr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id="{57A6E143-0094-5D49-8A05-004EA3A97A71}"/>
                </a:ext>
              </a:extLst>
            </p:cNvPr>
            <p:cNvSpPr/>
            <p:nvPr/>
          </p:nvSpPr>
          <p:spPr bwMode="auto"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431997AA-2888-D042-A558-B6DE0F737D3F}"/>
                </a:ext>
              </a:extLst>
            </p:cNvPr>
            <p:cNvSpPr/>
            <p:nvPr/>
          </p:nvSpPr>
          <p:spPr bwMode="auto"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7" name="TextBox 389">
              <a:extLst>
                <a:ext uri="{FF2B5EF4-FFF2-40B4-BE49-F238E27FC236}">
                  <a16:creationId xmlns:a16="http://schemas.microsoft.com/office/drawing/2014/main" id="{D0AF8FB3-4D5B-7B4A-8B82-CF15E8A6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Remote Controller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0F660B-2991-C94D-80D9-F1429AC36768}"/>
              </a:ext>
            </a:extLst>
          </p:cNvPr>
          <p:cNvGrpSpPr/>
          <p:nvPr/>
        </p:nvGrpSpPr>
        <p:grpSpPr>
          <a:xfrm>
            <a:off x="3674918" y="4177613"/>
            <a:ext cx="5095875" cy="822392"/>
            <a:chOff x="3674918" y="4177613"/>
            <a:chExt cx="5095875" cy="822392"/>
          </a:xfrm>
        </p:grpSpPr>
        <p:grpSp>
          <p:nvGrpSpPr>
            <p:cNvPr id="1111" name="Group 441">
              <a:extLst>
                <a:ext uri="{FF2B5EF4-FFF2-40B4-BE49-F238E27FC236}">
                  <a16:creationId xmlns:a16="http://schemas.microsoft.com/office/drawing/2014/main" id="{0C03A32C-FA65-214B-B936-B6E1B2C38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918" y="4177613"/>
              <a:ext cx="923628" cy="405783"/>
              <a:chOff x="2705100" y="2011398"/>
              <a:chExt cx="3597533" cy="493677"/>
            </a:xfrm>
          </p:grpSpPr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F74AE388-0960-CF47-B1A1-1ABEEB3A9CAF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1181AFDF-673F-BE48-B342-3AE78D0EFE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4" name="TextBox 389">
                <a:extLst>
                  <a:ext uri="{FF2B5EF4-FFF2-40B4-BE49-F238E27FC236}">
                    <a16:creationId xmlns:a16="http://schemas.microsoft.com/office/drawing/2014/main" id="{F3932BCA-D430-FC40-B54E-015140A71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</a:p>
            </p:txBody>
          </p:sp>
        </p:grpSp>
        <p:grpSp>
          <p:nvGrpSpPr>
            <p:cNvPr id="1112" name="Group 16">
              <a:extLst>
                <a:ext uri="{FF2B5EF4-FFF2-40B4-BE49-F238E27FC236}">
                  <a16:creationId xmlns:a16="http://schemas.microsoft.com/office/drawing/2014/main" id="{C3F9499B-4024-2B4E-8994-25AA993B2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08" y="4714256"/>
              <a:ext cx="463612" cy="285749"/>
              <a:chOff x="3558850" y="4573304"/>
              <a:chExt cx="463568" cy="285869"/>
            </a:xfrm>
          </p:grpSpPr>
          <p:grpSp>
            <p:nvGrpSpPr>
              <p:cNvPr id="1128" name="Group 12">
                <a:extLst>
                  <a:ext uri="{FF2B5EF4-FFF2-40B4-BE49-F238E27FC236}">
                    <a16:creationId xmlns:a16="http://schemas.microsoft.com/office/drawing/2014/main" id="{643660C7-BD5F-8243-BB52-5E4156652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id="{EB6F94A5-07EA-824D-BCE4-E412F1D275A9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id="{3AFA8449-4699-DE4E-AD4F-2F50FF91F472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9" name="TextBox 389">
                <a:extLst>
                  <a:ext uri="{FF2B5EF4-FFF2-40B4-BE49-F238E27FC236}">
                    <a16:creationId xmlns:a16="http://schemas.microsoft.com/office/drawing/2014/main" id="{64D840F2-5A70-9E44-A243-269898185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3" name="Group 450">
              <a:extLst>
                <a:ext uri="{FF2B5EF4-FFF2-40B4-BE49-F238E27FC236}">
                  <a16:creationId xmlns:a16="http://schemas.microsoft.com/office/drawing/2014/main" id="{AADDBF22-BF75-E042-B015-F1D30A193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8930" y="4712138"/>
              <a:ext cx="463612" cy="285749"/>
              <a:chOff x="3558850" y="4573304"/>
              <a:chExt cx="463568" cy="285869"/>
            </a:xfrm>
          </p:grpSpPr>
          <p:grpSp>
            <p:nvGrpSpPr>
              <p:cNvPr id="1124" name="Group 451">
                <a:extLst>
                  <a:ext uri="{FF2B5EF4-FFF2-40B4-BE49-F238E27FC236}">
                    <a16:creationId xmlns:a16="http://schemas.microsoft.com/office/drawing/2014/main" id="{BD64AF44-6F7F-1747-8E26-3E6D0EDDA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6" name="Oval 1125">
                  <a:extLst>
                    <a:ext uri="{FF2B5EF4-FFF2-40B4-BE49-F238E27FC236}">
                      <a16:creationId xmlns:a16="http://schemas.microsoft.com/office/drawing/2014/main" id="{B13E6B0A-9B22-874D-A5BB-CAB7052B0E58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Oval 1126">
                  <a:extLst>
                    <a:ext uri="{FF2B5EF4-FFF2-40B4-BE49-F238E27FC236}">
                      <a16:creationId xmlns:a16="http://schemas.microsoft.com/office/drawing/2014/main" id="{88C69275-D6D4-D64E-9433-86A12EE44DC2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5" name="TextBox 389">
                <a:extLst>
                  <a:ext uri="{FF2B5EF4-FFF2-40B4-BE49-F238E27FC236}">
                    <a16:creationId xmlns:a16="http://schemas.microsoft.com/office/drawing/2014/main" id="{137E9DC6-E808-9244-BE10-49D98EA5A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4" name="Group 455">
              <a:extLst>
                <a:ext uri="{FF2B5EF4-FFF2-40B4-BE49-F238E27FC236}">
                  <a16:creationId xmlns:a16="http://schemas.microsoft.com/office/drawing/2014/main" id="{F9EC1EDD-92AD-2245-AE89-053A0D1F0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300" y="4710021"/>
              <a:ext cx="463612" cy="285749"/>
              <a:chOff x="3558850" y="4573304"/>
              <a:chExt cx="463568" cy="285869"/>
            </a:xfrm>
          </p:grpSpPr>
          <p:grpSp>
            <p:nvGrpSpPr>
              <p:cNvPr id="1120" name="Group 456">
                <a:extLst>
                  <a:ext uri="{FF2B5EF4-FFF2-40B4-BE49-F238E27FC236}">
                    <a16:creationId xmlns:a16="http://schemas.microsoft.com/office/drawing/2014/main" id="{CB1EA6B7-79F6-7C4E-B31B-F6338BD15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2" name="Oval 1121">
                  <a:extLst>
                    <a:ext uri="{FF2B5EF4-FFF2-40B4-BE49-F238E27FC236}">
                      <a16:creationId xmlns:a16="http://schemas.microsoft.com/office/drawing/2014/main" id="{9BF9A7D0-3676-5B44-9F92-551F82BA815A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F3145DFC-AFCD-7043-8580-05CA0BB4CB0F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1" name="TextBox 389">
                <a:extLst>
                  <a:ext uri="{FF2B5EF4-FFF2-40B4-BE49-F238E27FC236}">
                    <a16:creationId xmlns:a16="http://schemas.microsoft.com/office/drawing/2014/main" id="{F248CEB0-87E6-A44A-A50F-5C3EC5372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5" name="Group 460">
              <a:extLst>
                <a:ext uri="{FF2B5EF4-FFF2-40B4-BE49-F238E27FC236}">
                  <a16:creationId xmlns:a16="http://schemas.microsoft.com/office/drawing/2014/main" id="{4F7BA808-3479-484C-BAF0-5CC1FD033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181" y="4707904"/>
              <a:ext cx="463612" cy="285749"/>
              <a:chOff x="3558850" y="4573304"/>
              <a:chExt cx="463568" cy="285869"/>
            </a:xfrm>
          </p:grpSpPr>
          <p:grpSp>
            <p:nvGrpSpPr>
              <p:cNvPr id="1116" name="Group 461">
                <a:extLst>
                  <a:ext uri="{FF2B5EF4-FFF2-40B4-BE49-F238E27FC236}">
                    <a16:creationId xmlns:a16="http://schemas.microsoft.com/office/drawing/2014/main" id="{933FA7BC-47D5-ED48-85E7-B486D7CBCA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18" name="Oval 1117">
                  <a:extLst>
                    <a:ext uri="{FF2B5EF4-FFF2-40B4-BE49-F238E27FC236}">
                      <a16:creationId xmlns:a16="http://schemas.microsoft.com/office/drawing/2014/main" id="{BFFF1AA5-D313-234B-BDA6-40E287FD081F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Oval 1118">
                  <a:extLst>
                    <a:ext uri="{FF2B5EF4-FFF2-40B4-BE49-F238E27FC236}">
                      <a16:creationId xmlns:a16="http://schemas.microsoft.com/office/drawing/2014/main" id="{08D261B5-FBF3-B541-B8CA-B63F648BEF5C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7" name="TextBox 389">
                <a:extLst>
                  <a:ext uri="{FF2B5EF4-FFF2-40B4-BE49-F238E27FC236}">
                    <a16:creationId xmlns:a16="http://schemas.microsoft.com/office/drawing/2014/main" id="{8386C9B3-5C0B-0443-98EF-8CDB1312E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139" name="Group 1">
            <a:extLst>
              <a:ext uri="{FF2B5EF4-FFF2-40B4-BE49-F238E27FC236}">
                <a16:creationId xmlns:a16="http://schemas.microsoft.com/office/drawing/2014/main" id="{A228ACC2-6157-BF41-88C3-0A086417268A}"/>
              </a:ext>
            </a:extLst>
          </p:cNvPr>
          <p:cNvGrpSpPr>
            <a:grpSpLocks/>
          </p:cNvGrpSpPr>
          <p:nvPr/>
        </p:nvGrpSpPr>
        <p:grpSpPr bwMode="auto"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CB924182-B4D8-0F43-97E1-646C4E72A083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41" name="TextBox 265">
              <a:extLst>
                <a:ext uri="{FF2B5EF4-FFF2-40B4-BE49-F238E27FC236}">
                  <a16:creationId xmlns:a16="http://schemas.microsoft.com/office/drawing/2014/main" id="{CFD0B0F1-D70C-5245-B37A-C9A4ABCB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42" name="TextBox 281">
              <a:extLst>
                <a:ext uri="{FF2B5EF4-FFF2-40B4-BE49-F238E27FC236}">
                  <a16:creationId xmlns:a16="http://schemas.microsoft.com/office/drawing/2014/main" id="{6C507E5B-C87D-FA46-A331-4ABAB6B8A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1A707F03-E0B2-FF48-9597-B751067AD9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157" name="Rectangle 98">
                <a:extLst>
                  <a:ext uri="{FF2B5EF4-FFF2-40B4-BE49-F238E27FC236}">
                    <a16:creationId xmlns:a16="http://schemas.microsoft.com/office/drawing/2014/main" id="{CA6EA6FC-3469-1A42-8A1A-7ABEC47FF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8" name="Line 99">
                <a:extLst>
                  <a:ext uri="{FF2B5EF4-FFF2-40B4-BE49-F238E27FC236}">
                    <a16:creationId xmlns:a16="http://schemas.microsoft.com/office/drawing/2014/main" id="{8B52FDA0-6129-4D4D-AB34-6E31B574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9" name="Rectangle 104">
                <a:extLst>
                  <a:ext uri="{FF2B5EF4-FFF2-40B4-BE49-F238E27FC236}">
                    <a16:creationId xmlns:a16="http://schemas.microsoft.com/office/drawing/2014/main" id="{EF6D77F4-B510-3541-9758-82FBBD82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60" name="Text Box 105">
                <a:extLst>
                  <a:ext uri="{FF2B5EF4-FFF2-40B4-BE49-F238E27FC236}">
                    <a16:creationId xmlns:a16="http://schemas.microsoft.com/office/drawing/2014/main" id="{2AE0900E-8A8F-4A4D-BB87-414DFE5E1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1161" name="Line 119">
                <a:extLst>
                  <a:ext uri="{FF2B5EF4-FFF2-40B4-BE49-F238E27FC236}">
                    <a16:creationId xmlns:a16="http://schemas.microsoft.com/office/drawing/2014/main" id="{5B21AE9C-8AC8-434E-B3D3-DDFB36C4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44" name="Freeform 120">
              <a:extLst>
                <a:ext uri="{FF2B5EF4-FFF2-40B4-BE49-F238E27FC236}">
                  <a16:creationId xmlns:a16="http://schemas.microsoft.com/office/drawing/2014/main" id="{7959F5AF-96CF-CD42-95A7-B320D46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45" name="Group 357">
              <a:extLst>
                <a:ext uri="{FF2B5EF4-FFF2-40B4-BE49-F238E27FC236}">
                  <a16:creationId xmlns:a16="http://schemas.microsoft.com/office/drawing/2014/main" id="{4D59E87F-CE51-5F46-B516-9F402F558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id="{47BEE802-D705-FB42-955E-D825A1B51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A0A9F0A0-D85B-BC44-809E-0D44746B1886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49" name="Oval 1148">
                <a:extLst>
                  <a:ext uri="{FF2B5EF4-FFF2-40B4-BE49-F238E27FC236}">
                    <a16:creationId xmlns:a16="http://schemas.microsoft.com/office/drawing/2014/main" id="{E6E2E4DB-C182-5947-9544-5CA42AF8D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0" name="Freeform 1149">
                <a:extLst>
                  <a:ext uri="{FF2B5EF4-FFF2-40B4-BE49-F238E27FC236}">
                    <a16:creationId xmlns:a16="http://schemas.microsoft.com/office/drawing/2014/main" id="{826516FA-D90F-FF4F-86C3-EABFADEC3BBB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51" name="Freeform 1150">
                <a:extLst>
                  <a:ext uri="{FF2B5EF4-FFF2-40B4-BE49-F238E27FC236}">
                    <a16:creationId xmlns:a16="http://schemas.microsoft.com/office/drawing/2014/main" id="{8B23C2D3-E371-5547-9057-B35E626A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2" name="Freeform 1151">
                <a:extLst>
                  <a:ext uri="{FF2B5EF4-FFF2-40B4-BE49-F238E27FC236}">
                    <a16:creationId xmlns:a16="http://schemas.microsoft.com/office/drawing/2014/main" id="{2DEA8715-4603-7449-BB4D-351CFEF75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3" name="Freeform 1152">
                <a:extLst>
                  <a:ext uri="{FF2B5EF4-FFF2-40B4-BE49-F238E27FC236}">
                    <a16:creationId xmlns:a16="http://schemas.microsoft.com/office/drawing/2014/main" id="{72F5390F-6421-6840-94BC-D15B70623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34E68527-C12C-5248-A62C-D72D4BEC928A}"/>
                  </a:ext>
                </a:extLst>
              </p:cNvPr>
              <p:cNvCxnSpPr>
                <a:cxnSpLocks noChangeShapeType="1"/>
                <a:endCxn id="1149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id="{475CE0A8-F910-FF45-A479-96A5E48ACF2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6" name="TextBox 282">
              <a:extLst>
                <a:ext uri="{FF2B5EF4-FFF2-40B4-BE49-F238E27FC236}">
                  <a16:creationId xmlns:a16="http://schemas.microsoft.com/office/drawing/2014/main" id="{4B460814-1FB2-5F46-A167-2E252688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  <p:sp>
        <p:nvSpPr>
          <p:cNvPr id="1162" name="TextBox 6">
            <a:extLst>
              <a:ext uri="{FF2B5EF4-FFF2-40B4-BE49-F238E27FC236}">
                <a16:creationId xmlns:a16="http://schemas.microsoft.com/office/drawing/2014/main" id="{21D1826E-E3E7-E445-9FFB-A565D9A2A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F8C15A5A-1645-0849-B8DE-390745B8EBA4}"/>
              </a:ext>
            </a:extLst>
          </p:cNvPr>
          <p:cNvGrpSpPr>
            <a:grpSpLocks/>
          </p:cNvGrpSpPr>
          <p:nvPr/>
        </p:nvGrpSpPr>
        <p:grpSpPr bwMode="auto"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164" name="Straight Arrow Connector 1163">
              <a:extLst>
                <a:ext uri="{FF2B5EF4-FFF2-40B4-BE49-F238E27FC236}">
                  <a16:creationId xmlns:a16="http://schemas.microsoft.com/office/drawing/2014/main" id="{D6CE7F18-1D47-9C49-BB85-76C5894DE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1165" name="Straight Arrow Connector 1164">
              <a:extLst>
                <a:ext uri="{FF2B5EF4-FFF2-40B4-BE49-F238E27FC236}">
                  <a16:creationId xmlns:a16="http://schemas.microsoft.com/office/drawing/2014/main" id="{1C7BE6B4-EA67-FB4B-B50B-7E72D52ED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6" name="Straight Arrow Connector 1165">
              <a:extLst>
                <a:ext uri="{FF2B5EF4-FFF2-40B4-BE49-F238E27FC236}">
                  <a16:creationId xmlns:a16="http://schemas.microsoft.com/office/drawing/2014/main" id="{57774C27-8FF6-9F4F-A17E-D2F743FE22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id="{1F481D65-016C-9E4F-A167-D6343A313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17641" y="3644638"/>
              <a:ext cx="0" cy="236462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id="{8D76033E-EA4A-B441-99A6-CFC1521E6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792" y="3690049"/>
              <a:ext cx="1" cy="2311566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5" name="Slide Number Placeholder 4">
            <a:extLst>
              <a:ext uri="{FF2B5EF4-FFF2-40B4-BE49-F238E27FC236}">
                <a16:creationId xmlns:a16="http://schemas.microsoft.com/office/drawing/2014/main" id="{7421469F-33E5-D447-A9DE-1067C7F4D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BAECF-726E-DE42-B9B7-7C524E4E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61" y="2398630"/>
            <a:ext cx="5397500" cy="3568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DCFA0-BE2B-6C49-8F30-5E442F98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51" y="2296412"/>
            <a:ext cx="4742783" cy="351484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9898B5-7629-444A-853C-91C8BEBF09F7}"/>
              </a:ext>
            </a:extLst>
          </p:cNvPr>
          <p:cNvCxnSpPr>
            <a:cxnSpLocks/>
          </p:cNvCxnSpPr>
          <p:nvPr/>
        </p:nvCxnSpPr>
        <p:spPr>
          <a:xfrm flipH="1">
            <a:off x="5438273" y="2101516"/>
            <a:ext cx="1027160" cy="3769895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82C28E6-AA94-9B4C-907F-A2DD9B79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93944"/>
            <a:ext cx="4343400" cy="894622"/>
          </a:xfrm>
        </p:spPr>
        <p:txBody>
          <a:bodyPr>
            <a:no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CA83DF1-3350-D947-A496-D32331CC7508}"/>
              </a:ext>
            </a:extLst>
          </p:cNvPr>
          <p:cNvSpPr txBox="1">
            <a:spLocks/>
          </p:cNvSpPr>
          <p:nvPr/>
        </p:nvSpPr>
        <p:spPr>
          <a:xfrm>
            <a:off x="7102642" y="1057586"/>
            <a:ext cx="4511842" cy="11562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SDN control plane</a:t>
            </a:r>
          </a:p>
        </p:txBody>
      </p:sp>
    </p:spTree>
    <p:extLst>
      <p:ext uri="{BB962C8B-B14F-4D97-AF65-F5344CB8AC3E}">
        <p14:creationId xmlns:p14="http://schemas.microsoft.com/office/powerpoint/2010/main" val="213750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(N,E)</a:t>
            </a:r>
          </a:p>
          <a:p>
            <a:pPr eaLnBrk="1" hangingPunct="1"/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/>
          </a:p>
          <a:p>
            <a:pPr marL="801688" lvl="1"/>
            <a:r>
              <a:rPr lang="en-US" sz="2400" dirty="0"/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(v,x),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fast do 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(step 0):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For all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adjacent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D(a) = c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u,a 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C12B-CA9D-6543-A68D-C936C6CE5E54}"/>
              </a:ext>
            </a:extLst>
          </p:cNvPr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BB51FE9-3B2A-5947-8D58-8E568A2FD108}"/>
                </a:ext>
              </a:extLst>
            </p:cNvPr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0BAB8D84-2299-D54C-8DF2-B7D547E53934}"/>
                </a:ext>
              </a:extLst>
            </p:cNvPr>
            <p:cNvCxnSpPr>
              <a:cxnSpLocks/>
              <a:stCxn id="169" idx="2"/>
              <a:endCxn id="171" idx="6"/>
            </p:cNvCxnSpPr>
            <p:nvPr/>
          </p:nvCxnSpPr>
          <p:spPr>
            <a:xfrm flipH="1">
              <a:off x="3421705" y="1478590"/>
              <a:ext cx="3423498" cy="10063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36CD7A6-BFF0-864F-A9C0-5C593F3F14CE}"/>
                </a:ext>
              </a:extLst>
            </p:cNvPr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4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E3D221-D37B-6E43-BD5C-9D85D700EE88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23ACA7E-7391-D44A-806F-75B7293D7DA7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3749D51-CECB-9D44-B018-F266EF41FC5F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49FB44A-FC51-6244-B19F-B77DE67800A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 Box 3">
            <a:extLst>
              <a:ext uri="{FF2B5EF4-FFF2-40B4-BE49-F238E27FC236}">
                <a16:creationId xmlns:a16="http://schemas.microsoft.com/office/drawing/2014/main" id="{54D4CD9F-2B44-4E41-8C1C-698D78A3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FE5F7E-81B8-0042-A839-1B9EEAE596EE}"/>
              </a:ext>
            </a:extLst>
          </p:cNvPr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FA9DB6-36A1-8443-BC46-7E2E5C2CA3C9}"/>
                </a:ext>
              </a:extLst>
            </p:cNvPr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Text Box 3">
              <a:extLst>
                <a:ext uri="{FF2B5EF4-FFF2-40B4-BE49-F238E27FC236}">
                  <a16:creationId xmlns:a16="http://schemas.microsoft.com/office/drawing/2014/main" id="{350582EB-9CCF-9849-A56A-C61F6B12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D(v) = min ( D(v),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x,v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min(2, 1+2) = 2 </a:t>
              </a:r>
            </a:p>
          </p:txBody>
        </p:sp>
        <p:sp>
          <p:nvSpPr>
            <p:cNvPr id="165" name="Text Box 3">
              <a:extLst>
                <a:ext uri="{FF2B5EF4-FFF2-40B4-BE49-F238E27FC236}">
                  <a16:creationId xmlns:a16="http://schemas.microsoft.com/office/drawing/2014/main" id="{6D23D369-4A04-F94C-80EB-D2103B646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(5, 1+3) = 4 </a:t>
              </a:r>
            </a:p>
          </p:txBody>
        </p:sp>
        <p:sp>
          <p:nvSpPr>
            <p:cNvPr id="166" name="Text Box 3">
              <a:extLst>
                <a:ext uri="{FF2B5EF4-FFF2-40B4-BE49-F238E27FC236}">
                  <a16:creationId xmlns:a16="http://schemas.microsoft.com/office/drawing/2014/main" id="{9A053085-7294-F842-BE4A-5164EBA4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D(y) = min ( D(y),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x,y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min(inf,1+1) = 2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D4041-E2D0-984B-A342-59B7AC5550DB}"/>
              </a:ext>
            </a:extLst>
          </p:cNvPr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id="8" name="Picture 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A37D52F4-FDE5-2845-8949-5A1C24B9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168" name="Picture 16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CE04A19A-A505-8C4A-BBEB-B8773FACE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4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Box 9">
            <a:extLst>
              <a:ext uri="{FF2B5EF4-FFF2-40B4-BE49-F238E27FC236}">
                <a16:creationId xmlns:a16="http://schemas.microsoft.com/office/drawing/2014/main" id="{65B395D1-ACAF-AB4A-A53B-728973E1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charset="0"/>
                <a:ea typeface="ＭＳ Ｐゴシック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Text Box 8">
            <a:extLst>
              <a:ext uri="{FF2B5EF4-FFF2-40B4-BE49-F238E27FC236}">
                <a16:creationId xmlns:a16="http://schemas.microsoft.com/office/drawing/2014/main" id="{C4F3D1DE-8C63-AD4B-B1C0-FE339DA1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2,x</a:t>
            </a:r>
          </a:p>
        </p:txBody>
      </p:sp>
      <p:sp>
        <p:nvSpPr>
          <p:cNvPr id="117" name="Text Box 6">
            <a:extLst>
              <a:ext uri="{FF2B5EF4-FFF2-40B4-BE49-F238E27FC236}">
                <a16:creationId xmlns:a16="http://schemas.microsoft.com/office/drawing/2014/main" id="{C9401439-4F9A-5245-B5D8-98F93D2D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</p:txBody>
      </p:sp>
      <p:sp>
        <p:nvSpPr>
          <p:cNvPr id="118" name="Text Box 5">
            <a:extLst>
              <a:ext uri="{FF2B5EF4-FFF2-40B4-BE49-F238E27FC236}">
                <a16:creationId xmlns:a16="http://schemas.microsoft.com/office/drawing/2014/main" id="{05199638-1656-3440-8601-484D6E8D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2,u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52DFC02-823F-0242-A6A7-87C32B9FF392}"/>
              </a:ext>
            </a:extLst>
          </p:cNvPr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EFA519F-FE06-0A48-8A17-DA293779C4C4}"/>
                </a:ext>
              </a:extLst>
            </p:cNvPr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8090F2C-8033-B647-B950-11726A728ED6}"/>
                </a:ext>
              </a:extLst>
            </p:cNvPr>
            <p:cNvCxnSpPr>
              <a:cxnSpLocks/>
              <a:stCxn id="206" idx="2"/>
              <a:endCxn id="208" idx="6"/>
            </p:cNvCxnSpPr>
            <p:nvPr/>
          </p:nvCxnSpPr>
          <p:spPr>
            <a:xfrm flipH="1">
              <a:off x="-789162" y="356054"/>
              <a:ext cx="4813441" cy="125613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5FE25E1-AB82-7F4C-9E98-117B763167D9}"/>
                </a:ext>
              </a:extLst>
            </p:cNvPr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DC1F592-D3EA-B141-B522-4F04B922D235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43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20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B4A4D5E-EA3A-C342-BD4B-5D42FD84497D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9C4666A-0739-D747-9911-F956173AF6C0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E2FD13B-449B-A542-8297-BC85BC14FEA0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001580FF-6C15-794F-AB65-D39811DB8230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119" name="Text Box 3">
            <a:extLst>
              <a:ext uri="{FF2B5EF4-FFF2-40B4-BE49-F238E27FC236}">
                <a16:creationId xmlns:a16="http://schemas.microsoft.com/office/drawing/2014/main" id="{8F59C2A4-0007-4F40-B4AB-15442E39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398422E-1EB1-DC4A-944E-B1DAB402E4DD}"/>
              </a:ext>
            </a:extLst>
          </p:cNvPr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601628C-73DE-794F-B777-3EE0738C013A}"/>
                </a:ext>
              </a:extLst>
            </p:cNvPr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Text Box 3">
              <a:extLst>
                <a:ext uri="{FF2B5EF4-FFF2-40B4-BE49-F238E27FC236}">
                  <a16:creationId xmlns:a16="http://schemas.microsoft.com/office/drawing/2014/main" id="{1244B68D-FA8E-C74C-924A-A43B38E7E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id="{A1525B23-46ED-3A4C-BC35-A1341869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D(y) + </a:t>
              </a:r>
              <a:r>
                <a:rPr kumimoji="0" lang="en-US" sz="20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c</a:t>
              </a:r>
              <a:r>
                <a:rPr lang="en-US" sz="2000" i="1" baseline="-25000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r>
                <a:rPr kumimoji="0" lang="en-US" sz="200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2+1) = 3 </a:t>
              </a:r>
            </a:p>
          </p:txBody>
        </p:sp>
        <p:sp>
          <p:nvSpPr>
            <p:cNvPr id="215" name="Text Box 3">
              <a:extLst>
                <a:ext uri="{FF2B5EF4-FFF2-40B4-BE49-F238E27FC236}">
                  <a16:creationId xmlns:a16="http://schemas.microsoft.com/office/drawing/2014/main" id="{BFB54203-76D7-E14F-8811-A49D9AAE5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D(y)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y,z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min(inf,2+2) = 4  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C32DC86-6E33-9543-9C89-8F3F1B0CEF86}"/>
              </a:ext>
            </a:extLst>
          </p:cNvPr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id="217" name="Picture 216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925DA252-1100-254E-886E-E31054C9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218" name="Picture 21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01C56154-A60F-024F-BBFB-A6C93EE3F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49870A5-9F71-CB43-8128-DFD8B0AA58C1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3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7430957-A0D6-EA4C-B6BF-820C3230276D}"/>
              </a:ext>
            </a:extLst>
          </p:cNvPr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015F7C7-310D-FD46-9C9C-A1683A72BDDD}"/>
                </a:ext>
              </a:extLst>
            </p:cNvPr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CB6EBC2E-EA66-0348-8BB3-7224B5E190A1}"/>
                </a:ext>
              </a:extLst>
            </p:cNvPr>
            <p:cNvCxnSpPr>
              <a:cxnSpLocks/>
              <a:stCxn id="207" idx="2"/>
              <a:endCxn id="219" idx="6"/>
            </p:cNvCxnSpPr>
            <p:nvPr/>
          </p:nvCxnSpPr>
          <p:spPr>
            <a:xfrm flipH="1">
              <a:off x="3411406" y="1503276"/>
              <a:ext cx="924797" cy="157829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79D32FBA-D726-A343-8DEE-BA9A2943F951}"/>
                </a:ext>
              </a:extLst>
            </p:cNvPr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2E9057B-6B98-BE42-AE62-4832BA11F8FB}"/>
              </a:ext>
            </a:extLst>
          </p:cNvPr>
          <p:cNvCxnSpPr>
            <a:cxnSpLocks/>
          </p:cNvCxnSpPr>
          <p:nvPr/>
        </p:nvCxnSpPr>
        <p:spPr>
          <a:xfrm flipV="1">
            <a:off x="1137745" y="5040040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7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BE35B4C-1AED-A841-AF80-60F24BC61CA4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1E4B38D-7546-F94C-8A43-DBD52AA7A376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39AB7A4-25A9-1A45-A7AC-64A8E69B1628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05BCE45-1F78-4A42-83C7-96D7950CC9C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CD703E57-0A32-2F40-B813-84CEA4FC5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F68506E-3C2C-FA41-9AFF-AC306C688A51}"/>
              </a:ext>
            </a:extLst>
          </p:cNvPr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78CF965-1E51-204E-87C1-40BC5F8B1953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A0BD265B-56BC-C648-9DAB-18969CF6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2" name="Text Box 3">
              <a:extLst>
                <a:ext uri="{FF2B5EF4-FFF2-40B4-BE49-F238E27FC236}">
                  <a16:creationId xmlns:a16="http://schemas.microsoft.com/office/drawing/2014/main" id="{E3E25232-20F1-B64B-98A3-BB2E6B5A6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D(v)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v,w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(3, 2+3) = 3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B03B215-D4F4-B240-9C4C-7FD543D4FF60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78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01EBFD0-D4AD-9247-9D77-B94D622E1FAA}"/>
              </a:ext>
            </a:extLst>
          </p:cNvPr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46423EF-63DD-3343-9662-5B2931DA7273}"/>
                </a:ext>
              </a:extLst>
            </p:cNvPr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85760C0E-983E-B441-806E-22BCF64E7382}"/>
                </a:ext>
              </a:extLst>
            </p:cNvPr>
            <p:cNvCxnSpPr>
              <a:cxnSpLocks/>
              <a:stCxn id="216" idx="2"/>
              <a:endCxn id="223" idx="6"/>
            </p:cNvCxnSpPr>
            <p:nvPr/>
          </p:nvCxnSpPr>
          <p:spPr>
            <a:xfrm flipH="1">
              <a:off x="1861441" y="-284477"/>
              <a:ext cx="2273511" cy="189666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5D5E27BC-D759-D946-87D8-DD12082603F9}"/>
                </a:ext>
              </a:extLst>
            </p:cNvPr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983EAC5-E137-B845-8167-8FF621B46BC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75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2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D55AC0E-D2D6-F941-9AA6-9306F9726C0A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5F79124-CB88-0245-A13C-A9F8EF8B54A5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662265B-7333-144C-975B-222F0D3A4281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9ED63E9-B922-974A-A009-C20182AD3D1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6F3DAD70-4F0A-6440-969F-3CCEA1C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B668A7-AFC7-C746-8D74-2C3BEE2C0C90}"/>
              </a:ext>
            </a:extLst>
          </p:cNvPr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5C3332E-25DC-5548-B18A-0DFEE9ABA6BC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Text Box 3">
              <a:extLst>
                <a:ext uri="{FF2B5EF4-FFF2-40B4-BE49-F238E27FC236}">
                  <a16:creationId xmlns:a16="http://schemas.microsoft.com/office/drawing/2014/main" id="{66CA504C-894E-9D46-958C-24EC91F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818E7B6F-01C5-BD4D-81E3-08541D88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D(w)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3+5) = 4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1F1CF94-F7B7-9947-B9CB-42D5664FC48B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2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A203BF5-54E3-A247-B525-DAD7C3FFFA30}"/>
              </a:ext>
            </a:extLst>
          </p:cNvPr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C7C9367-2990-6D43-A15C-2F5B4E8649C4}"/>
                </a:ext>
              </a:extLst>
            </p:cNvPr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11A43D7-7771-3E49-94AA-7FB8202B3A43}"/>
                </a:ext>
              </a:extLst>
            </p:cNvPr>
            <p:cNvCxnSpPr>
              <a:cxnSpLocks/>
              <a:stCxn id="223" idx="2"/>
              <a:endCxn id="226" idx="6"/>
            </p:cNvCxnSpPr>
            <p:nvPr/>
          </p:nvCxnSpPr>
          <p:spPr>
            <a:xfrm flipH="1">
              <a:off x="-2027653" y="-296792"/>
              <a:ext cx="6119672" cy="219834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8F40879-FE48-7941-9529-6385E99DA5B8}"/>
                </a:ext>
              </a:extLst>
            </p:cNvPr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FF0B2969-0D91-644B-9FF5-3BB4F0D073E4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ABE8C73-6B5D-7F4B-AA15-26746F00DEF9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53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165" name="Text Box 3">
            <a:extLst>
              <a:ext uri="{FF2B5EF4-FFF2-40B4-BE49-F238E27FC236}">
                <a16:creationId xmlns:a16="http://schemas.microsoft.com/office/drawing/2014/main" id="{DDAD2418-A8D1-1A4C-9685-0ABBFA89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502BE32-581E-614C-8C19-401954352B2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7BAAF5DE-5EBE-1D41-BC0E-9C07EB3F9FC5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0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predecessor nodes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00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1"/>
            <a:ext cx="8709342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iteration: need to check all nodes, </a:t>
            </a:r>
            <a:r>
              <a:rPr lang="en-US" sz="2400" i="1" dirty="0"/>
              <a:t>w</a:t>
            </a:r>
            <a:r>
              <a:rPr lang="en-US" sz="2400" dirty="0"/>
              <a:t>, not in </a:t>
            </a:r>
            <a:r>
              <a:rPr lang="en-US" sz="2400" i="1" dirty="0"/>
              <a:t>N</a:t>
            </a:r>
          </a:p>
          <a:p>
            <a:pPr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oscillations possible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637858" y="1315720"/>
            <a:ext cx="10792142" cy="55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when  link costs depend on traffic volume, </a:t>
            </a:r>
            <a:r>
              <a:rPr lang="en-US" dirty="0">
                <a:solidFill>
                  <a:srgbClr val="C00000"/>
                </a:solidFill>
              </a:rPr>
              <a:t>route oscillations </a:t>
            </a:r>
            <a:r>
              <a:rPr lang="en-US" dirty="0"/>
              <a:t>possible</a:t>
            </a:r>
            <a:endParaRPr lang="en-US" sz="2400" dirty="0"/>
          </a:p>
        </p:txBody>
      </p:sp>
      <p:sp>
        <p:nvSpPr>
          <p:cNvPr id="237" name="Freeform 5">
            <a:extLst>
              <a:ext uri="{FF2B5EF4-FFF2-40B4-BE49-F238E27FC236}">
                <a16:creationId xmlns:a16="http://schemas.microsoft.com/office/drawing/2014/main" id="{A59144B8-A690-CA45-A6EE-80202164F1BB}"/>
              </a:ext>
            </a:extLst>
          </p:cNvPr>
          <p:cNvSpPr>
            <a:spLocks/>
          </p:cNvSpPr>
          <p:nvPr/>
        </p:nvSpPr>
        <p:spPr bwMode="auto">
          <a:xfrm>
            <a:off x="435928" y="3502025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38" name="Freeform 6">
            <a:extLst>
              <a:ext uri="{FF2B5EF4-FFF2-40B4-BE49-F238E27FC236}">
                <a16:creationId xmlns:a16="http://schemas.microsoft.com/office/drawing/2014/main" id="{82961676-F6F5-E04C-AE3D-C73807EFD504}"/>
              </a:ext>
            </a:extLst>
          </p:cNvPr>
          <p:cNvSpPr>
            <a:spLocks/>
          </p:cNvSpPr>
          <p:nvPr/>
        </p:nvSpPr>
        <p:spPr bwMode="auto">
          <a:xfrm>
            <a:off x="837565" y="3840162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39" name="Group 7">
            <a:extLst>
              <a:ext uri="{FF2B5EF4-FFF2-40B4-BE49-F238E27FC236}">
                <a16:creationId xmlns:a16="http://schemas.microsoft.com/office/drawing/2014/main" id="{8B088B97-22E9-DC4F-B13A-FBAF6A04B7BB}"/>
              </a:ext>
            </a:extLst>
          </p:cNvPr>
          <p:cNvGrpSpPr>
            <a:grpSpLocks/>
          </p:cNvGrpSpPr>
          <p:nvPr/>
        </p:nvGrpSpPr>
        <p:grpSpPr bwMode="auto"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40" name="Oval 8">
              <a:extLst>
                <a:ext uri="{FF2B5EF4-FFF2-40B4-BE49-F238E27FC236}">
                  <a16:creationId xmlns:a16="http://schemas.microsoft.com/office/drawing/2014/main" id="{42EC777E-6D1A-8A48-ACED-185639FB5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45D777-E8DE-9646-80B4-E03D84534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2" name="Line 10">
              <a:extLst>
                <a:ext uri="{FF2B5EF4-FFF2-40B4-BE49-F238E27FC236}">
                  <a16:creationId xmlns:a16="http://schemas.microsoft.com/office/drawing/2014/main" id="{857FF523-4482-ED42-8DDD-1DD8791BB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3" name="Rectangle 11">
              <a:extLst>
                <a:ext uri="{FF2B5EF4-FFF2-40B4-BE49-F238E27FC236}">
                  <a16:creationId xmlns:a16="http://schemas.microsoft.com/office/drawing/2014/main" id="{C0173DF1-0D6F-7C41-8511-B9CB345A0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4" name="Oval 12">
              <a:extLst>
                <a:ext uri="{FF2B5EF4-FFF2-40B4-BE49-F238E27FC236}">
                  <a16:creationId xmlns:a16="http://schemas.microsoft.com/office/drawing/2014/main" id="{7F387F70-727C-E64D-842C-2B3FF83A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45" name="Group 13">
              <a:extLst>
                <a:ext uri="{FF2B5EF4-FFF2-40B4-BE49-F238E27FC236}">
                  <a16:creationId xmlns:a16="http://schemas.microsoft.com/office/drawing/2014/main" id="{B10DF092-C8AF-8744-9017-7ACAB3E98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46" name="Rectangle 14">
                <a:extLst>
                  <a:ext uri="{FF2B5EF4-FFF2-40B4-BE49-F238E27FC236}">
                    <a16:creationId xmlns:a16="http://schemas.microsoft.com/office/drawing/2014/main" id="{12601A3D-B198-5D46-AF7F-4BFE2D95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47" name="Text Box 15">
                <a:extLst>
                  <a:ext uri="{FF2B5EF4-FFF2-40B4-BE49-F238E27FC236}">
                    <a16:creationId xmlns:a16="http://schemas.microsoft.com/office/drawing/2014/main" id="{925201CA-0419-CB4A-A354-25CF76ADA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a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48" name="Group 16">
            <a:extLst>
              <a:ext uri="{FF2B5EF4-FFF2-40B4-BE49-F238E27FC236}">
                <a16:creationId xmlns:a16="http://schemas.microsoft.com/office/drawing/2014/main" id="{9593351F-2766-E642-AF47-5F87358FFCBB}"/>
              </a:ext>
            </a:extLst>
          </p:cNvPr>
          <p:cNvGrpSpPr>
            <a:grpSpLocks/>
          </p:cNvGrpSpPr>
          <p:nvPr/>
        </p:nvGrpSpPr>
        <p:grpSpPr bwMode="auto"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49" name="Oval 17">
              <a:extLst>
                <a:ext uri="{FF2B5EF4-FFF2-40B4-BE49-F238E27FC236}">
                  <a16:creationId xmlns:a16="http://schemas.microsoft.com/office/drawing/2014/main" id="{920AA614-FF62-6D46-B040-4F0BF54F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0" name="Line 18">
              <a:extLst>
                <a:ext uri="{FF2B5EF4-FFF2-40B4-BE49-F238E27FC236}">
                  <a16:creationId xmlns:a16="http://schemas.microsoft.com/office/drawing/2014/main" id="{841348CB-CE8E-F143-986C-686A4669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1" name="Line 19">
              <a:extLst>
                <a:ext uri="{FF2B5EF4-FFF2-40B4-BE49-F238E27FC236}">
                  <a16:creationId xmlns:a16="http://schemas.microsoft.com/office/drawing/2014/main" id="{999CB299-BD69-D241-A38C-E63DACDA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2" name="Rectangle 20">
              <a:extLst>
                <a:ext uri="{FF2B5EF4-FFF2-40B4-BE49-F238E27FC236}">
                  <a16:creationId xmlns:a16="http://schemas.microsoft.com/office/drawing/2014/main" id="{49BB3E5E-861B-E344-AB5D-AAE25475E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3" name="Oval 21">
              <a:extLst>
                <a:ext uri="{FF2B5EF4-FFF2-40B4-BE49-F238E27FC236}">
                  <a16:creationId xmlns:a16="http://schemas.microsoft.com/office/drawing/2014/main" id="{3A32439F-0211-1544-91D0-4D212D445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54" name="Group 22">
              <a:extLst>
                <a:ext uri="{FF2B5EF4-FFF2-40B4-BE49-F238E27FC236}">
                  <a16:creationId xmlns:a16="http://schemas.microsoft.com/office/drawing/2014/main" id="{2481C767-7140-674D-877A-FD9AAB92A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55" name="Rectangle 23">
                <a:extLst>
                  <a:ext uri="{FF2B5EF4-FFF2-40B4-BE49-F238E27FC236}">
                    <a16:creationId xmlns:a16="http://schemas.microsoft.com/office/drawing/2014/main" id="{334BCF5F-7528-B340-8AFA-BB5647B10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56" name="Text Box 24">
                <a:extLst>
                  <a:ext uri="{FF2B5EF4-FFF2-40B4-BE49-F238E27FC236}">
                    <a16:creationId xmlns:a16="http://schemas.microsoft.com/office/drawing/2014/main" id="{F16D94BF-051B-B441-AC39-162CED601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d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57" name="Group 25">
            <a:extLst>
              <a:ext uri="{FF2B5EF4-FFF2-40B4-BE49-F238E27FC236}">
                <a16:creationId xmlns:a16="http://schemas.microsoft.com/office/drawing/2014/main" id="{43BBEBAB-210F-5F4F-931F-C2E6EEEF578D}"/>
              </a:ext>
            </a:extLst>
          </p:cNvPr>
          <p:cNvGrpSpPr>
            <a:grpSpLocks/>
          </p:cNvGrpSpPr>
          <p:nvPr/>
        </p:nvGrpSpPr>
        <p:grpSpPr bwMode="auto"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58" name="Group 26">
              <a:extLst>
                <a:ext uri="{FF2B5EF4-FFF2-40B4-BE49-F238E27FC236}">
                  <a16:creationId xmlns:a16="http://schemas.microsoft.com/office/drawing/2014/main" id="{11D0644D-8638-D443-B3E2-6E02272B4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62" name="Oval 27">
                <a:extLst>
                  <a:ext uri="{FF2B5EF4-FFF2-40B4-BE49-F238E27FC236}">
                    <a16:creationId xmlns:a16="http://schemas.microsoft.com/office/drawing/2014/main" id="{774736BF-60CC-2449-8C98-86F59C44D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3" name="Line 28">
                <a:extLst>
                  <a:ext uri="{FF2B5EF4-FFF2-40B4-BE49-F238E27FC236}">
                    <a16:creationId xmlns:a16="http://schemas.microsoft.com/office/drawing/2014/main" id="{247C9664-F07E-6C4A-BE7D-4B77CD14E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4" name="Line 29">
                <a:extLst>
                  <a:ext uri="{FF2B5EF4-FFF2-40B4-BE49-F238E27FC236}">
                    <a16:creationId xmlns:a16="http://schemas.microsoft.com/office/drawing/2014/main" id="{AD42AF0D-07C5-5349-94C2-41C139D6B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5" name="Rectangle 30">
                <a:extLst>
                  <a:ext uri="{FF2B5EF4-FFF2-40B4-BE49-F238E27FC236}">
                    <a16:creationId xmlns:a16="http://schemas.microsoft.com/office/drawing/2014/main" id="{901AC9E7-D411-0748-9BFC-DAC416C9F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6" name="Oval 31">
                <a:extLst>
                  <a:ext uri="{FF2B5EF4-FFF2-40B4-BE49-F238E27FC236}">
                    <a16:creationId xmlns:a16="http://schemas.microsoft.com/office/drawing/2014/main" id="{8EAEBD5B-62D5-EB48-AA4D-AFF3F71FB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59" name="Group 32">
              <a:extLst>
                <a:ext uri="{FF2B5EF4-FFF2-40B4-BE49-F238E27FC236}">
                  <a16:creationId xmlns:a16="http://schemas.microsoft.com/office/drawing/2014/main" id="{C00DFC18-655C-574D-9E77-42B905A1C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60" name="Rectangle 33">
                <a:extLst>
                  <a:ext uri="{FF2B5EF4-FFF2-40B4-BE49-F238E27FC236}">
                    <a16:creationId xmlns:a16="http://schemas.microsoft.com/office/drawing/2014/main" id="{4A390255-834C-F344-A2F6-BEDB01B5E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1" name="Text Box 34">
                <a:extLst>
                  <a:ext uri="{FF2B5EF4-FFF2-40B4-BE49-F238E27FC236}">
                    <a16:creationId xmlns:a16="http://schemas.microsoft.com/office/drawing/2014/main" id="{98CE8668-9554-1048-B397-E2BFBFC3D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67" name="Group 35">
            <a:extLst>
              <a:ext uri="{FF2B5EF4-FFF2-40B4-BE49-F238E27FC236}">
                <a16:creationId xmlns:a16="http://schemas.microsoft.com/office/drawing/2014/main" id="{B37D0555-F956-6849-8775-2511FCCDA343}"/>
              </a:ext>
            </a:extLst>
          </p:cNvPr>
          <p:cNvGrpSpPr>
            <a:grpSpLocks/>
          </p:cNvGrpSpPr>
          <p:nvPr/>
        </p:nvGrpSpPr>
        <p:grpSpPr bwMode="auto"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68" name="Oval 36">
              <a:extLst>
                <a:ext uri="{FF2B5EF4-FFF2-40B4-BE49-F238E27FC236}">
                  <a16:creationId xmlns:a16="http://schemas.microsoft.com/office/drawing/2014/main" id="{216E8FE2-215A-9D4A-8368-BC5E5A284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69" name="Line 37">
              <a:extLst>
                <a:ext uri="{FF2B5EF4-FFF2-40B4-BE49-F238E27FC236}">
                  <a16:creationId xmlns:a16="http://schemas.microsoft.com/office/drawing/2014/main" id="{56AD3BF1-6C69-4F45-A2BC-0393AF85E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0" name="Line 38">
              <a:extLst>
                <a:ext uri="{FF2B5EF4-FFF2-40B4-BE49-F238E27FC236}">
                  <a16:creationId xmlns:a16="http://schemas.microsoft.com/office/drawing/2014/main" id="{82E7B5E6-F673-4D4D-A6A5-1EEA5653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1" name="Rectangle 39">
              <a:extLst>
                <a:ext uri="{FF2B5EF4-FFF2-40B4-BE49-F238E27FC236}">
                  <a16:creationId xmlns:a16="http://schemas.microsoft.com/office/drawing/2014/main" id="{15DFD736-DBD1-2946-9397-92A4C544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2" name="Oval 40">
              <a:extLst>
                <a:ext uri="{FF2B5EF4-FFF2-40B4-BE49-F238E27FC236}">
                  <a16:creationId xmlns:a16="http://schemas.microsoft.com/office/drawing/2014/main" id="{3EFE9E21-E28C-B344-A8FE-0A146E51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73" name="Group 41">
              <a:extLst>
                <a:ext uri="{FF2B5EF4-FFF2-40B4-BE49-F238E27FC236}">
                  <a16:creationId xmlns:a16="http://schemas.microsoft.com/office/drawing/2014/main" id="{614919B3-C048-AD4A-9120-D8B37E90C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74" name="Rectangle 42">
                <a:extLst>
                  <a:ext uri="{FF2B5EF4-FFF2-40B4-BE49-F238E27FC236}">
                    <a16:creationId xmlns:a16="http://schemas.microsoft.com/office/drawing/2014/main" id="{C776CBEC-77D4-EF49-941A-D86F50F4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75" name="Text Box 43">
                <a:extLst>
                  <a:ext uri="{FF2B5EF4-FFF2-40B4-BE49-F238E27FC236}">
                    <a16:creationId xmlns:a16="http://schemas.microsoft.com/office/drawing/2014/main" id="{7853C682-10D9-484D-926B-2A7D4099F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sp>
        <p:nvSpPr>
          <p:cNvPr id="276" name="Text Box 44">
            <a:extLst>
              <a:ext uri="{FF2B5EF4-FFF2-40B4-BE49-F238E27FC236}">
                <a16:creationId xmlns:a16="http://schemas.microsoft.com/office/drawing/2014/main" id="{5CCFA45A-7CF8-0549-BCAE-0C477997F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277" name="Freeform 45">
            <a:extLst>
              <a:ext uri="{FF2B5EF4-FFF2-40B4-BE49-F238E27FC236}">
                <a16:creationId xmlns:a16="http://schemas.microsoft.com/office/drawing/2014/main" id="{683D7736-0560-244E-B083-769B4ABBD10D}"/>
              </a:ext>
            </a:extLst>
          </p:cNvPr>
          <p:cNvSpPr>
            <a:spLocks/>
          </p:cNvSpPr>
          <p:nvPr/>
        </p:nvSpPr>
        <p:spPr bwMode="auto">
          <a:xfrm flipH="1">
            <a:off x="1523365" y="3840162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8" name="Freeform 46">
            <a:extLst>
              <a:ext uri="{FF2B5EF4-FFF2-40B4-BE49-F238E27FC236}">
                <a16:creationId xmlns:a16="http://schemas.microsoft.com/office/drawing/2014/main" id="{7B15996F-B9E2-0E4D-9BD4-7A636A7A4C3B}"/>
              </a:ext>
            </a:extLst>
          </p:cNvPr>
          <p:cNvSpPr>
            <a:spLocks/>
          </p:cNvSpPr>
          <p:nvPr/>
        </p:nvSpPr>
        <p:spPr bwMode="auto">
          <a:xfrm flipH="1" flipV="1">
            <a:off x="1537653" y="425450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9" name="Freeform 47">
            <a:extLst>
              <a:ext uri="{FF2B5EF4-FFF2-40B4-BE49-F238E27FC236}">
                <a16:creationId xmlns:a16="http://schemas.microsoft.com/office/drawing/2014/main" id="{36258963-0C82-6B45-9A1F-D430A90BD846}"/>
              </a:ext>
            </a:extLst>
          </p:cNvPr>
          <p:cNvSpPr>
            <a:spLocks/>
          </p:cNvSpPr>
          <p:nvPr/>
        </p:nvSpPr>
        <p:spPr bwMode="auto">
          <a:xfrm flipV="1">
            <a:off x="899478" y="4244975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80" name="Text Box 48">
            <a:extLst>
              <a:ext uri="{FF2B5EF4-FFF2-40B4-BE49-F238E27FC236}">
                <a16:creationId xmlns:a16="http://schemas.microsoft.com/office/drawing/2014/main" id="{16B57B9D-23C0-234E-AC30-BDB28E843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1+e</a:t>
            </a:r>
          </a:p>
        </p:txBody>
      </p:sp>
      <p:sp>
        <p:nvSpPr>
          <p:cNvPr id="281" name="Text Box 49">
            <a:extLst>
              <a:ext uri="{FF2B5EF4-FFF2-40B4-BE49-F238E27FC236}">
                <a16:creationId xmlns:a16="http://schemas.microsoft.com/office/drawing/2014/main" id="{A09BAFF4-5A95-4A49-B68E-6989B579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282" name="Text Box 50">
            <a:extLst>
              <a:ext uri="{FF2B5EF4-FFF2-40B4-BE49-F238E27FC236}">
                <a16:creationId xmlns:a16="http://schemas.microsoft.com/office/drawing/2014/main" id="{B1BC06FC-3E90-E24C-A7C6-709E59751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83" name="Line 51">
            <a:extLst>
              <a:ext uri="{FF2B5EF4-FFF2-40B4-BE49-F238E27FC236}">
                <a16:creationId xmlns:a16="http://schemas.microsoft.com/office/drawing/2014/main" id="{76E13AA5-D6E0-1147-A49F-3C2D07185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0965" y="4711700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5" name="Line 53">
            <a:extLst>
              <a:ext uri="{FF2B5EF4-FFF2-40B4-BE49-F238E27FC236}">
                <a16:creationId xmlns:a16="http://schemas.microsoft.com/office/drawing/2014/main" id="{9DC646D0-6896-DF4A-B13B-96458FE6E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1815" y="4244975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7" name="Line 55">
            <a:extLst>
              <a:ext uri="{FF2B5EF4-FFF2-40B4-BE49-F238E27FC236}">
                <a16:creationId xmlns:a16="http://schemas.microsoft.com/office/drawing/2014/main" id="{E01CA72B-84DE-C54F-BC43-DFAE32CCE7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1053" y="4278312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4C2CA0-1053-764A-966C-9BD44E93F128}"/>
              </a:ext>
            </a:extLst>
          </p:cNvPr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84" name="Text Box 52">
              <a:extLst>
                <a:ext uri="{FF2B5EF4-FFF2-40B4-BE49-F238E27FC236}">
                  <a16:creationId xmlns:a16="http://schemas.microsoft.com/office/drawing/2014/main" id="{95474209-4E23-E44A-84F9-936210437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6" name="Text Box 54">
              <a:extLst>
                <a:ext uri="{FF2B5EF4-FFF2-40B4-BE49-F238E27FC236}">
                  <a16:creationId xmlns:a16="http://schemas.microsoft.com/office/drawing/2014/main" id="{773837E9-5934-9A47-92CA-A637D32DD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8" name="Text Box 56">
              <a:extLst>
                <a:ext uri="{FF2B5EF4-FFF2-40B4-BE49-F238E27FC236}">
                  <a16:creationId xmlns:a16="http://schemas.microsoft.com/office/drawing/2014/main" id="{130D1D5A-EF10-C343-9231-321236D02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289" name="Freeform 57">
            <a:extLst>
              <a:ext uri="{FF2B5EF4-FFF2-40B4-BE49-F238E27FC236}">
                <a16:creationId xmlns:a16="http://schemas.microsoft.com/office/drawing/2014/main" id="{9F2C08B4-5CCF-F044-9AAE-C204550218E4}"/>
              </a:ext>
            </a:extLst>
          </p:cNvPr>
          <p:cNvSpPr>
            <a:spLocks/>
          </p:cNvSpPr>
          <p:nvPr/>
        </p:nvSpPr>
        <p:spPr bwMode="auto">
          <a:xfrm flipH="1" flipV="1">
            <a:off x="1442403" y="4211637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0" name="Freeform 58">
            <a:extLst>
              <a:ext uri="{FF2B5EF4-FFF2-40B4-BE49-F238E27FC236}">
                <a16:creationId xmlns:a16="http://schemas.microsoft.com/office/drawing/2014/main" id="{8B245FC0-129F-3D4A-B469-700656F52CA1}"/>
              </a:ext>
            </a:extLst>
          </p:cNvPr>
          <p:cNvSpPr>
            <a:spLocks/>
          </p:cNvSpPr>
          <p:nvPr/>
        </p:nvSpPr>
        <p:spPr bwMode="auto">
          <a:xfrm flipH="1">
            <a:off x="989965" y="4221162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1" name="Text Box 59">
            <a:extLst>
              <a:ext uri="{FF2B5EF4-FFF2-40B4-BE49-F238E27FC236}">
                <a16:creationId xmlns:a16="http://schemas.microsoft.com/office/drawing/2014/main" id="{6377E6D4-018F-AB48-AED5-704776C4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2" name="Text Box 60">
            <a:extLst>
              <a:ext uri="{FF2B5EF4-FFF2-40B4-BE49-F238E27FC236}">
                <a16:creationId xmlns:a16="http://schemas.microsoft.com/office/drawing/2014/main" id="{24E0ABA6-6FAB-C143-9675-85BDE1799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3" name="Text Box 211">
            <a:extLst>
              <a:ext uri="{FF2B5EF4-FFF2-40B4-BE49-F238E27FC236}">
                <a16:creationId xmlns:a16="http://schemas.microsoft.com/office/drawing/2014/main" id="{E0100A55-F7C5-4B4F-857E-53ECF80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initially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94" name="Group 298">
            <a:extLst>
              <a:ext uri="{FF2B5EF4-FFF2-40B4-BE49-F238E27FC236}">
                <a16:creationId xmlns:a16="http://schemas.microsoft.com/office/drawing/2014/main" id="{AC8BCF73-2229-F440-A651-C9F16CF9FAA2}"/>
              </a:ext>
            </a:extLst>
          </p:cNvPr>
          <p:cNvGrpSpPr>
            <a:grpSpLocks/>
          </p:cNvGrpSpPr>
          <p:nvPr/>
        </p:nvGrpSpPr>
        <p:grpSpPr bwMode="auto"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95" name="Freeform 61">
              <a:extLst>
                <a:ext uri="{FF2B5EF4-FFF2-40B4-BE49-F238E27FC236}">
                  <a16:creationId xmlns:a16="http://schemas.microsoft.com/office/drawing/2014/main" id="{23F656C5-B9C0-E046-A928-9550F05E3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96" name="Freeform 62">
              <a:extLst>
                <a:ext uri="{FF2B5EF4-FFF2-40B4-BE49-F238E27FC236}">
                  <a16:creationId xmlns:a16="http://schemas.microsoft.com/office/drawing/2014/main" id="{316BD47E-9B6F-BB4B-8DE5-1F1EDF64C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97" name="Group 63">
              <a:extLst>
                <a:ext uri="{FF2B5EF4-FFF2-40B4-BE49-F238E27FC236}">
                  <a16:creationId xmlns:a16="http://schemas.microsoft.com/office/drawing/2014/main" id="{C06EAAA0-57B6-8944-8D79-7C272A720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35" name="Oval 64">
                <a:extLst>
                  <a:ext uri="{FF2B5EF4-FFF2-40B4-BE49-F238E27FC236}">
                    <a16:creationId xmlns:a16="http://schemas.microsoft.com/office/drawing/2014/main" id="{78B9859B-1308-C847-BFD9-75A5119F0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6" name="Line 65">
                <a:extLst>
                  <a:ext uri="{FF2B5EF4-FFF2-40B4-BE49-F238E27FC236}">
                    <a16:creationId xmlns:a16="http://schemas.microsoft.com/office/drawing/2014/main" id="{D8C1D4EE-FD74-0A49-BA84-9F1A4776A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7" name="Line 66">
                <a:extLst>
                  <a:ext uri="{FF2B5EF4-FFF2-40B4-BE49-F238E27FC236}">
                    <a16:creationId xmlns:a16="http://schemas.microsoft.com/office/drawing/2014/main" id="{DF974EE8-B7FB-304A-817C-E27B256084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8" name="Rectangle 67">
                <a:extLst>
                  <a:ext uri="{FF2B5EF4-FFF2-40B4-BE49-F238E27FC236}">
                    <a16:creationId xmlns:a16="http://schemas.microsoft.com/office/drawing/2014/main" id="{EAB41FEF-BA76-C242-B9EE-BD99A9399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9" name="Oval 68">
                <a:extLst>
                  <a:ext uri="{FF2B5EF4-FFF2-40B4-BE49-F238E27FC236}">
                    <a16:creationId xmlns:a16="http://schemas.microsoft.com/office/drawing/2014/main" id="{A0909F6D-1FB1-3D4D-AE3F-51C5691CF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40" name="Group 69">
                <a:extLst>
                  <a:ext uri="{FF2B5EF4-FFF2-40B4-BE49-F238E27FC236}">
                    <a16:creationId xmlns:a16="http://schemas.microsoft.com/office/drawing/2014/main" id="{E321A372-F838-1046-9EEE-3777DD9F6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341" name="Rectangle 70">
                  <a:extLst>
                    <a:ext uri="{FF2B5EF4-FFF2-40B4-BE49-F238E27FC236}">
                      <a16:creationId xmlns:a16="http://schemas.microsoft.com/office/drawing/2014/main" id="{E9E3479C-155E-7346-8259-38DEBC5E5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42" name="Text Box 71">
                  <a:extLst>
                    <a:ext uri="{FF2B5EF4-FFF2-40B4-BE49-F238E27FC236}">
                      <a16:creationId xmlns:a16="http://schemas.microsoft.com/office/drawing/2014/main" id="{694BA042-EE97-A844-A052-AC23A1EB5C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8" name="Group 72">
              <a:extLst>
                <a:ext uri="{FF2B5EF4-FFF2-40B4-BE49-F238E27FC236}">
                  <a16:creationId xmlns:a16="http://schemas.microsoft.com/office/drawing/2014/main" id="{35D72D94-CD1F-0246-AF0C-10782A464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27" name="Oval 73">
                <a:extLst>
                  <a:ext uri="{FF2B5EF4-FFF2-40B4-BE49-F238E27FC236}">
                    <a16:creationId xmlns:a16="http://schemas.microsoft.com/office/drawing/2014/main" id="{2EF13721-1C35-D541-BCCB-D662D9F0D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8" name="Line 74">
                <a:extLst>
                  <a:ext uri="{FF2B5EF4-FFF2-40B4-BE49-F238E27FC236}">
                    <a16:creationId xmlns:a16="http://schemas.microsoft.com/office/drawing/2014/main" id="{A7D1FF06-753A-D145-BD9E-DBEE6D774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9" name="Line 75">
                <a:extLst>
                  <a:ext uri="{FF2B5EF4-FFF2-40B4-BE49-F238E27FC236}">
                    <a16:creationId xmlns:a16="http://schemas.microsoft.com/office/drawing/2014/main" id="{9A459926-EC11-004B-9F3A-6CAF6C299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0" name="Rectangle 76">
                <a:extLst>
                  <a:ext uri="{FF2B5EF4-FFF2-40B4-BE49-F238E27FC236}">
                    <a16:creationId xmlns:a16="http://schemas.microsoft.com/office/drawing/2014/main" id="{45443CD7-7977-0246-BB21-F040776D0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1" name="Oval 77">
                <a:extLst>
                  <a:ext uri="{FF2B5EF4-FFF2-40B4-BE49-F238E27FC236}">
                    <a16:creationId xmlns:a16="http://schemas.microsoft.com/office/drawing/2014/main" id="{7EE3DE6B-30D5-7E4E-89F0-14673D503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32" name="Group 78">
                <a:extLst>
                  <a:ext uri="{FF2B5EF4-FFF2-40B4-BE49-F238E27FC236}">
                    <a16:creationId xmlns:a16="http://schemas.microsoft.com/office/drawing/2014/main" id="{41C702B2-407E-B24D-A087-8C4135E4E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33" name="Rectangle 79">
                  <a:extLst>
                    <a:ext uri="{FF2B5EF4-FFF2-40B4-BE49-F238E27FC236}">
                      <a16:creationId xmlns:a16="http://schemas.microsoft.com/office/drawing/2014/main" id="{154D488B-3D82-0149-B09A-888C146F0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34" name="Text Box 80">
                  <a:extLst>
                    <a:ext uri="{FF2B5EF4-FFF2-40B4-BE49-F238E27FC236}">
                      <a16:creationId xmlns:a16="http://schemas.microsoft.com/office/drawing/2014/main" id="{B8A7865E-A26B-374E-ADBF-C825A50686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9" name="Group 81">
              <a:extLst>
                <a:ext uri="{FF2B5EF4-FFF2-40B4-BE49-F238E27FC236}">
                  <a16:creationId xmlns:a16="http://schemas.microsoft.com/office/drawing/2014/main" id="{6037BBA4-D433-E94F-ADEB-4B0DC4191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18" name="Group 82">
                <a:extLst>
                  <a:ext uri="{FF2B5EF4-FFF2-40B4-BE49-F238E27FC236}">
                    <a16:creationId xmlns:a16="http://schemas.microsoft.com/office/drawing/2014/main" id="{196235C6-D490-FA41-88E6-67F4B669FC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22" name="Oval 83">
                  <a:extLst>
                    <a:ext uri="{FF2B5EF4-FFF2-40B4-BE49-F238E27FC236}">
                      <a16:creationId xmlns:a16="http://schemas.microsoft.com/office/drawing/2014/main" id="{9B969A9C-C7F9-1E44-9632-A4175D5DA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3" name="Line 84">
                  <a:extLst>
                    <a:ext uri="{FF2B5EF4-FFF2-40B4-BE49-F238E27FC236}">
                      <a16:creationId xmlns:a16="http://schemas.microsoft.com/office/drawing/2014/main" id="{6CF306AF-404F-424D-9C67-9C4D29AF1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4" name="Line 85">
                  <a:extLst>
                    <a:ext uri="{FF2B5EF4-FFF2-40B4-BE49-F238E27FC236}">
                      <a16:creationId xmlns:a16="http://schemas.microsoft.com/office/drawing/2014/main" id="{6001B080-4FC0-AA4A-8A03-EA244FA8A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5" name="Rectangle 86">
                  <a:extLst>
                    <a:ext uri="{FF2B5EF4-FFF2-40B4-BE49-F238E27FC236}">
                      <a16:creationId xmlns:a16="http://schemas.microsoft.com/office/drawing/2014/main" id="{D28A036B-2A60-C741-962B-E29C00C6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6" name="Oval 87">
                  <a:extLst>
                    <a:ext uri="{FF2B5EF4-FFF2-40B4-BE49-F238E27FC236}">
                      <a16:creationId xmlns:a16="http://schemas.microsoft.com/office/drawing/2014/main" id="{E903BD80-A54A-8A48-9EEB-3D7E3560FF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88">
                <a:extLst>
                  <a:ext uri="{FF2B5EF4-FFF2-40B4-BE49-F238E27FC236}">
                    <a16:creationId xmlns:a16="http://schemas.microsoft.com/office/drawing/2014/main" id="{05B15224-CC30-7643-A907-6606CEF96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20" name="Rectangle 89">
                  <a:extLst>
                    <a:ext uri="{FF2B5EF4-FFF2-40B4-BE49-F238E27FC236}">
                      <a16:creationId xmlns:a16="http://schemas.microsoft.com/office/drawing/2014/main" id="{4B5C6748-BF8D-E544-8581-B2BF936E3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1" name="Text Box 90">
                  <a:extLst>
                    <a:ext uri="{FF2B5EF4-FFF2-40B4-BE49-F238E27FC236}">
                      <a16:creationId xmlns:a16="http://schemas.microsoft.com/office/drawing/2014/main" id="{CAE26135-0C9E-A14E-B40D-5A53685912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00" name="Group 91">
              <a:extLst>
                <a:ext uri="{FF2B5EF4-FFF2-40B4-BE49-F238E27FC236}">
                  <a16:creationId xmlns:a16="http://schemas.microsoft.com/office/drawing/2014/main" id="{41FECA4C-931F-6F41-A222-EF844C7E9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10" name="Oval 92">
                <a:extLst>
                  <a:ext uri="{FF2B5EF4-FFF2-40B4-BE49-F238E27FC236}">
                    <a16:creationId xmlns:a16="http://schemas.microsoft.com/office/drawing/2014/main" id="{D9B3AABA-2A51-8542-A842-AA5E310C8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1" name="Line 93">
                <a:extLst>
                  <a:ext uri="{FF2B5EF4-FFF2-40B4-BE49-F238E27FC236}">
                    <a16:creationId xmlns:a16="http://schemas.microsoft.com/office/drawing/2014/main" id="{CD80F331-7D60-1340-86AF-CAD0746AE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2" name="Line 94">
                <a:extLst>
                  <a:ext uri="{FF2B5EF4-FFF2-40B4-BE49-F238E27FC236}">
                    <a16:creationId xmlns:a16="http://schemas.microsoft.com/office/drawing/2014/main" id="{97E6F033-8430-3344-8096-8885BA3BE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3" name="Rectangle 95">
                <a:extLst>
                  <a:ext uri="{FF2B5EF4-FFF2-40B4-BE49-F238E27FC236}">
                    <a16:creationId xmlns:a16="http://schemas.microsoft.com/office/drawing/2014/main" id="{CB6EB605-452C-B044-B122-AE8AB475B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4" name="Oval 96">
                <a:extLst>
                  <a:ext uri="{FF2B5EF4-FFF2-40B4-BE49-F238E27FC236}">
                    <a16:creationId xmlns:a16="http://schemas.microsoft.com/office/drawing/2014/main" id="{C6AD4BFE-1D27-5046-BFDE-06C45A3D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15" name="Group 97">
                <a:extLst>
                  <a:ext uri="{FF2B5EF4-FFF2-40B4-BE49-F238E27FC236}">
                    <a16:creationId xmlns:a16="http://schemas.microsoft.com/office/drawing/2014/main" id="{7B87D585-870A-F646-AA79-EB6F8DD77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16" name="Rectangle 98">
                  <a:extLst>
                    <a:ext uri="{FF2B5EF4-FFF2-40B4-BE49-F238E27FC236}">
                      <a16:creationId xmlns:a16="http://schemas.microsoft.com/office/drawing/2014/main" id="{B4B799CD-BE4A-6544-85F3-80ABF6882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17" name="Text Box 99">
                  <a:extLst>
                    <a:ext uri="{FF2B5EF4-FFF2-40B4-BE49-F238E27FC236}">
                      <a16:creationId xmlns:a16="http://schemas.microsoft.com/office/drawing/2014/main" id="{3B6364EC-433F-4C4C-8692-397718480A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01" name="Freeform 101">
              <a:extLst>
                <a:ext uri="{FF2B5EF4-FFF2-40B4-BE49-F238E27FC236}">
                  <a16:creationId xmlns:a16="http://schemas.microsoft.com/office/drawing/2014/main" id="{7ABA6E2F-253C-0D42-A38F-5A1AB67560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2" name="Freeform 102">
              <a:extLst>
                <a:ext uri="{FF2B5EF4-FFF2-40B4-BE49-F238E27FC236}">
                  <a16:creationId xmlns:a16="http://schemas.microsoft.com/office/drawing/2014/main" id="{C057E363-4306-B348-91D5-8317DEE1A8F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3" name="Freeform 103">
              <a:extLst>
                <a:ext uri="{FF2B5EF4-FFF2-40B4-BE49-F238E27FC236}">
                  <a16:creationId xmlns:a16="http://schemas.microsoft.com/office/drawing/2014/main" id="{0AFD584E-E579-1444-B99F-1FB0E607D0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4" name="Freeform 107">
              <a:extLst>
                <a:ext uri="{FF2B5EF4-FFF2-40B4-BE49-F238E27FC236}">
                  <a16:creationId xmlns:a16="http://schemas.microsoft.com/office/drawing/2014/main" id="{052C311D-FDBD-984C-8B4C-43AD75780EC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5" name="Freeform 108">
              <a:extLst>
                <a:ext uri="{FF2B5EF4-FFF2-40B4-BE49-F238E27FC236}">
                  <a16:creationId xmlns:a16="http://schemas.microsoft.com/office/drawing/2014/main" id="{1A81E6C6-F1CA-FA41-9DBC-2C3BBD3991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6" name="Text Box 212">
              <a:extLst>
                <a:ext uri="{FF2B5EF4-FFF2-40B4-BE49-F238E27FC236}">
                  <a16:creationId xmlns:a16="http://schemas.microsoft.com/office/drawing/2014/main" id="{62F6D288-255E-5A4F-9372-F42D0C8C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07" name="Line 215">
              <a:extLst>
                <a:ext uri="{FF2B5EF4-FFF2-40B4-BE49-F238E27FC236}">
                  <a16:creationId xmlns:a16="http://schemas.microsoft.com/office/drawing/2014/main" id="{7154F3FC-3CBE-F444-AD8C-181C5FA73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8" name="Line 216">
              <a:extLst>
                <a:ext uri="{FF2B5EF4-FFF2-40B4-BE49-F238E27FC236}">
                  <a16:creationId xmlns:a16="http://schemas.microsoft.com/office/drawing/2014/main" id="{BC9E228B-ADE8-F94B-AB8C-25BBFB2C5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9" name="Line 217">
              <a:extLst>
                <a:ext uri="{FF2B5EF4-FFF2-40B4-BE49-F238E27FC236}">
                  <a16:creationId xmlns:a16="http://schemas.microsoft.com/office/drawing/2014/main" id="{D1A0AE2B-7EAA-564B-BD48-1A46BAD1F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343" name="Freeform 288">
            <a:extLst>
              <a:ext uri="{FF2B5EF4-FFF2-40B4-BE49-F238E27FC236}">
                <a16:creationId xmlns:a16="http://schemas.microsoft.com/office/drawing/2014/main" id="{F2F8D97F-6F30-A447-B912-F5D6FDFF59AC}"/>
              </a:ext>
            </a:extLst>
          </p:cNvPr>
          <p:cNvSpPr>
            <a:spLocks/>
          </p:cNvSpPr>
          <p:nvPr/>
        </p:nvSpPr>
        <p:spPr bwMode="auto">
          <a:xfrm>
            <a:off x="1399540" y="3698875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4" name="Line 289">
            <a:extLst>
              <a:ext uri="{FF2B5EF4-FFF2-40B4-BE49-F238E27FC236}">
                <a16:creationId xmlns:a16="http://schemas.microsoft.com/office/drawing/2014/main" id="{3CB5FA36-8FD4-D648-896B-CA0B2B49D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365" y="3779837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5" name="Freeform 290">
            <a:extLst>
              <a:ext uri="{FF2B5EF4-FFF2-40B4-BE49-F238E27FC236}">
                <a16:creationId xmlns:a16="http://schemas.microsoft.com/office/drawing/2014/main" id="{0F8BEE7E-780D-8445-B11E-6D0983033332}"/>
              </a:ext>
            </a:extLst>
          </p:cNvPr>
          <p:cNvSpPr>
            <a:spLocks/>
          </p:cNvSpPr>
          <p:nvPr/>
        </p:nvSpPr>
        <p:spPr bwMode="auto">
          <a:xfrm>
            <a:off x="3695065" y="365982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6" name="Group 291">
            <a:extLst>
              <a:ext uri="{FF2B5EF4-FFF2-40B4-BE49-F238E27FC236}">
                <a16:creationId xmlns:a16="http://schemas.microsoft.com/office/drawing/2014/main" id="{7A57BA75-DBB7-4545-BD4D-F207C4052F64}"/>
              </a:ext>
            </a:extLst>
          </p:cNvPr>
          <p:cNvGrpSpPr>
            <a:grpSpLocks/>
          </p:cNvGrpSpPr>
          <p:nvPr/>
        </p:nvGrpSpPr>
        <p:grpSpPr bwMode="auto"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347" name="Text Box 292">
              <a:extLst>
                <a:ext uri="{FF2B5EF4-FFF2-40B4-BE49-F238E27FC236}">
                  <a16:creationId xmlns:a16="http://schemas.microsoft.com/office/drawing/2014/main" id="{79BDE2B1-337D-6F40-978F-A789F56E7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348" name="Text Box 293">
              <a:extLst>
                <a:ext uri="{FF2B5EF4-FFF2-40B4-BE49-F238E27FC236}">
                  <a16:creationId xmlns:a16="http://schemas.microsoft.com/office/drawing/2014/main" id="{CFE1A08A-5A98-BA4B-8FF4-6E12BC73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49" name="Text Box 294">
              <a:extLst>
                <a:ext uri="{FF2B5EF4-FFF2-40B4-BE49-F238E27FC236}">
                  <a16:creationId xmlns:a16="http://schemas.microsoft.com/office/drawing/2014/main" id="{BCEF2572-14CE-2146-B9A4-EDF963458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0" name="Text Box 295">
              <a:extLst>
                <a:ext uri="{FF2B5EF4-FFF2-40B4-BE49-F238E27FC236}">
                  <a16:creationId xmlns:a16="http://schemas.microsoft.com/office/drawing/2014/main" id="{043C6BF1-AA32-9A40-A089-5848BEB0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1" name="Text Box 296">
              <a:extLst>
                <a:ext uri="{FF2B5EF4-FFF2-40B4-BE49-F238E27FC236}">
                  <a16:creationId xmlns:a16="http://schemas.microsoft.com/office/drawing/2014/main" id="{9E7F6502-3678-3746-AC95-C9F0FDEF3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352" name="Text Box 297">
              <a:extLst>
                <a:ext uri="{FF2B5EF4-FFF2-40B4-BE49-F238E27FC236}">
                  <a16:creationId xmlns:a16="http://schemas.microsoft.com/office/drawing/2014/main" id="{91371F66-4D47-D249-B96D-0C1B0542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353" name="Group 299">
            <a:extLst>
              <a:ext uri="{FF2B5EF4-FFF2-40B4-BE49-F238E27FC236}">
                <a16:creationId xmlns:a16="http://schemas.microsoft.com/office/drawing/2014/main" id="{D03D1201-3B23-5445-BF9E-637081F88A34}"/>
              </a:ext>
            </a:extLst>
          </p:cNvPr>
          <p:cNvGrpSpPr>
            <a:grpSpLocks/>
          </p:cNvGrpSpPr>
          <p:nvPr/>
        </p:nvGrpSpPr>
        <p:grpSpPr bwMode="auto"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354" name="Freeform 300">
              <a:extLst>
                <a:ext uri="{FF2B5EF4-FFF2-40B4-BE49-F238E27FC236}">
                  <a16:creationId xmlns:a16="http://schemas.microsoft.com/office/drawing/2014/main" id="{6CB721DD-BBE9-AC4A-AB5B-ADCC9AE7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55" name="Freeform 301">
              <a:extLst>
                <a:ext uri="{FF2B5EF4-FFF2-40B4-BE49-F238E27FC236}">
                  <a16:creationId xmlns:a16="http://schemas.microsoft.com/office/drawing/2014/main" id="{3A18A8EF-02F9-494E-B138-2D24C85E2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356" name="Group 302">
              <a:extLst>
                <a:ext uri="{FF2B5EF4-FFF2-40B4-BE49-F238E27FC236}">
                  <a16:creationId xmlns:a16="http://schemas.microsoft.com/office/drawing/2014/main" id="{D6A5C241-5767-6749-89E3-11F62DE10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94" name="Oval 303">
                <a:extLst>
                  <a:ext uri="{FF2B5EF4-FFF2-40B4-BE49-F238E27FC236}">
                    <a16:creationId xmlns:a16="http://schemas.microsoft.com/office/drawing/2014/main" id="{6BABF30B-1B35-024D-A024-826A46C47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5" name="Line 304">
                <a:extLst>
                  <a:ext uri="{FF2B5EF4-FFF2-40B4-BE49-F238E27FC236}">
                    <a16:creationId xmlns:a16="http://schemas.microsoft.com/office/drawing/2014/main" id="{94CCB4BE-1EFF-D542-B248-38B8C54D1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6" name="Line 305">
                <a:extLst>
                  <a:ext uri="{FF2B5EF4-FFF2-40B4-BE49-F238E27FC236}">
                    <a16:creationId xmlns:a16="http://schemas.microsoft.com/office/drawing/2014/main" id="{459F94D7-17FF-FE4F-B7B6-1302D15BA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7" name="Rectangle 306">
                <a:extLst>
                  <a:ext uri="{FF2B5EF4-FFF2-40B4-BE49-F238E27FC236}">
                    <a16:creationId xmlns:a16="http://schemas.microsoft.com/office/drawing/2014/main" id="{E85885E4-4605-CC49-9E09-57D1EE39C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8" name="Oval 307">
                <a:extLst>
                  <a:ext uri="{FF2B5EF4-FFF2-40B4-BE49-F238E27FC236}">
                    <a16:creationId xmlns:a16="http://schemas.microsoft.com/office/drawing/2014/main" id="{8D9931EF-B3B8-8147-A72B-9DA5FCB6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9" name="Group 308">
                <a:extLst>
                  <a:ext uri="{FF2B5EF4-FFF2-40B4-BE49-F238E27FC236}">
                    <a16:creationId xmlns:a16="http://schemas.microsoft.com/office/drawing/2014/main" id="{2A1E865B-B843-8C40-A0C5-9C77F23FD6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00" name="Rectangle 309">
                  <a:extLst>
                    <a:ext uri="{FF2B5EF4-FFF2-40B4-BE49-F238E27FC236}">
                      <a16:creationId xmlns:a16="http://schemas.microsoft.com/office/drawing/2014/main" id="{49A1337C-2D84-F54F-9D7D-F85B845C1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01" name="Text Box 310">
                  <a:extLst>
                    <a:ext uri="{FF2B5EF4-FFF2-40B4-BE49-F238E27FC236}">
                      <a16:creationId xmlns:a16="http://schemas.microsoft.com/office/drawing/2014/main" id="{BAAB163B-2AEE-8647-B47D-84DDC93995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7" name="Group 311">
              <a:extLst>
                <a:ext uri="{FF2B5EF4-FFF2-40B4-BE49-F238E27FC236}">
                  <a16:creationId xmlns:a16="http://schemas.microsoft.com/office/drawing/2014/main" id="{71C52F7F-2455-324D-9139-737BB3416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86" name="Oval 312">
                <a:extLst>
                  <a:ext uri="{FF2B5EF4-FFF2-40B4-BE49-F238E27FC236}">
                    <a16:creationId xmlns:a16="http://schemas.microsoft.com/office/drawing/2014/main" id="{04AAD591-F899-1D46-97A6-A7804AD39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7" name="Line 313">
                <a:extLst>
                  <a:ext uri="{FF2B5EF4-FFF2-40B4-BE49-F238E27FC236}">
                    <a16:creationId xmlns:a16="http://schemas.microsoft.com/office/drawing/2014/main" id="{6A13CDD6-C8A8-A846-A670-FDE9208D7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8" name="Line 314">
                <a:extLst>
                  <a:ext uri="{FF2B5EF4-FFF2-40B4-BE49-F238E27FC236}">
                    <a16:creationId xmlns:a16="http://schemas.microsoft.com/office/drawing/2014/main" id="{FA1FBE5F-C4FD-A04C-B2AF-40C84A401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9" name="Rectangle 315">
                <a:extLst>
                  <a:ext uri="{FF2B5EF4-FFF2-40B4-BE49-F238E27FC236}">
                    <a16:creationId xmlns:a16="http://schemas.microsoft.com/office/drawing/2014/main" id="{3F082F7D-B365-8C4B-8238-A07ECA203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0" name="Oval 316">
                <a:extLst>
                  <a:ext uri="{FF2B5EF4-FFF2-40B4-BE49-F238E27FC236}">
                    <a16:creationId xmlns:a16="http://schemas.microsoft.com/office/drawing/2014/main" id="{0DFE93F3-91FD-9B49-B71F-6CE3D4CAC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1" name="Group 317">
                <a:extLst>
                  <a:ext uri="{FF2B5EF4-FFF2-40B4-BE49-F238E27FC236}">
                    <a16:creationId xmlns:a16="http://schemas.microsoft.com/office/drawing/2014/main" id="{9899C52A-7C1B-D043-84EB-61DFFA4E9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92" name="Rectangle 318">
                  <a:extLst>
                    <a:ext uri="{FF2B5EF4-FFF2-40B4-BE49-F238E27FC236}">
                      <a16:creationId xmlns:a16="http://schemas.microsoft.com/office/drawing/2014/main" id="{340726E4-C896-3841-BAD6-AA37B4134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93" name="Text Box 319">
                  <a:extLst>
                    <a:ext uri="{FF2B5EF4-FFF2-40B4-BE49-F238E27FC236}">
                      <a16:creationId xmlns:a16="http://schemas.microsoft.com/office/drawing/2014/main" id="{1811CFBE-D19A-5E4D-A646-89E22DE13C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8" name="Group 320">
              <a:extLst>
                <a:ext uri="{FF2B5EF4-FFF2-40B4-BE49-F238E27FC236}">
                  <a16:creationId xmlns:a16="http://schemas.microsoft.com/office/drawing/2014/main" id="{ECADA3F9-E7BD-2643-B143-27535C603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77" name="Group 321">
                <a:extLst>
                  <a:ext uri="{FF2B5EF4-FFF2-40B4-BE49-F238E27FC236}">
                    <a16:creationId xmlns:a16="http://schemas.microsoft.com/office/drawing/2014/main" id="{B2534382-1CF8-6E41-B619-EE351AA3ED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81" name="Oval 322">
                  <a:extLst>
                    <a:ext uri="{FF2B5EF4-FFF2-40B4-BE49-F238E27FC236}">
                      <a16:creationId xmlns:a16="http://schemas.microsoft.com/office/drawing/2014/main" id="{E9E43530-4744-CF4D-BD54-C43BB7D85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2" name="Line 323">
                  <a:extLst>
                    <a:ext uri="{FF2B5EF4-FFF2-40B4-BE49-F238E27FC236}">
                      <a16:creationId xmlns:a16="http://schemas.microsoft.com/office/drawing/2014/main" id="{60B6C0C9-8011-3B40-8BE2-2EFFDFBBA2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3" name="Line 324">
                  <a:extLst>
                    <a:ext uri="{FF2B5EF4-FFF2-40B4-BE49-F238E27FC236}">
                      <a16:creationId xmlns:a16="http://schemas.microsoft.com/office/drawing/2014/main" id="{87CE0F17-3BA0-3641-8BFE-EC55DBA4F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4" name="Rectangle 325">
                  <a:extLst>
                    <a:ext uri="{FF2B5EF4-FFF2-40B4-BE49-F238E27FC236}">
                      <a16:creationId xmlns:a16="http://schemas.microsoft.com/office/drawing/2014/main" id="{618D180E-09B2-104A-8250-97216A745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5" name="Oval 326">
                  <a:extLst>
                    <a:ext uri="{FF2B5EF4-FFF2-40B4-BE49-F238E27FC236}">
                      <a16:creationId xmlns:a16="http://schemas.microsoft.com/office/drawing/2014/main" id="{1A72140C-76D6-7343-AF56-4944FD10C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78" name="Group 327">
                <a:extLst>
                  <a:ext uri="{FF2B5EF4-FFF2-40B4-BE49-F238E27FC236}">
                    <a16:creationId xmlns:a16="http://schemas.microsoft.com/office/drawing/2014/main" id="{2C076E2D-0D31-4547-9AC2-7F97774B3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79" name="Rectangle 328">
                  <a:extLst>
                    <a:ext uri="{FF2B5EF4-FFF2-40B4-BE49-F238E27FC236}">
                      <a16:creationId xmlns:a16="http://schemas.microsoft.com/office/drawing/2014/main" id="{5B3CF257-A74B-5C42-AD8A-A15892A20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0" name="Text Box 329">
                  <a:extLst>
                    <a:ext uri="{FF2B5EF4-FFF2-40B4-BE49-F238E27FC236}">
                      <a16:creationId xmlns:a16="http://schemas.microsoft.com/office/drawing/2014/main" id="{C53BB8EA-E520-7F44-AA57-B3806C552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9" name="Group 330">
              <a:extLst>
                <a:ext uri="{FF2B5EF4-FFF2-40B4-BE49-F238E27FC236}">
                  <a16:creationId xmlns:a16="http://schemas.microsoft.com/office/drawing/2014/main" id="{41C1EB56-EB2A-FB4E-8C45-F84842153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69" name="Oval 331">
                <a:extLst>
                  <a:ext uri="{FF2B5EF4-FFF2-40B4-BE49-F238E27FC236}">
                    <a16:creationId xmlns:a16="http://schemas.microsoft.com/office/drawing/2014/main" id="{606DB1B1-B8F6-C645-989F-6BE9366EB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0" name="Line 332">
                <a:extLst>
                  <a:ext uri="{FF2B5EF4-FFF2-40B4-BE49-F238E27FC236}">
                    <a16:creationId xmlns:a16="http://schemas.microsoft.com/office/drawing/2014/main" id="{6C7F656B-E3E7-8544-8E80-D3E02A39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1" name="Line 333">
                <a:extLst>
                  <a:ext uri="{FF2B5EF4-FFF2-40B4-BE49-F238E27FC236}">
                    <a16:creationId xmlns:a16="http://schemas.microsoft.com/office/drawing/2014/main" id="{797B8E7D-299F-254A-AE17-81C2F8DDC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2" name="Rectangle 334">
                <a:extLst>
                  <a:ext uri="{FF2B5EF4-FFF2-40B4-BE49-F238E27FC236}">
                    <a16:creationId xmlns:a16="http://schemas.microsoft.com/office/drawing/2014/main" id="{09A63021-56BD-E044-A543-4E43800C9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3" name="Oval 335">
                <a:extLst>
                  <a:ext uri="{FF2B5EF4-FFF2-40B4-BE49-F238E27FC236}">
                    <a16:creationId xmlns:a16="http://schemas.microsoft.com/office/drawing/2014/main" id="{C7CBB4B1-1945-0047-B71C-82AB22526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74" name="Group 336">
                <a:extLst>
                  <a:ext uri="{FF2B5EF4-FFF2-40B4-BE49-F238E27FC236}">
                    <a16:creationId xmlns:a16="http://schemas.microsoft.com/office/drawing/2014/main" id="{FB53F95F-417D-3B4C-AB10-47BA949FA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75" name="Rectangle 337">
                  <a:extLst>
                    <a:ext uri="{FF2B5EF4-FFF2-40B4-BE49-F238E27FC236}">
                      <a16:creationId xmlns:a16="http://schemas.microsoft.com/office/drawing/2014/main" id="{9C0A93A3-65B5-9342-9667-A16482864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76" name="Text Box 338">
                  <a:extLst>
                    <a:ext uri="{FF2B5EF4-FFF2-40B4-BE49-F238E27FC236}">
                      <a16:creationId xmlns:a16="http://schemas.microsoft.com/office/drawing/2014/main" id="{C7262A57-E4EB-FF45-9188-A932F76B98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60" name="Freeform 339">
              <a:extLst>
                <a:ext uri="{FF2B5EF4-FFF2-40B4-BE49-F238E27FC236}">
                  <a16:creationId xmlns:a16="http://schemas.microsoft.com/office/drawing/2014/main" id="{FE4D1C87-3ACE-344A-B1E6-AC65C66AC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1" name="Freeform 340">
              <a:extLst>
                <a:ext uri="{FF2B5EF4-FFF2-40B4-BE49-F238E27FC236}">
                  <a16:creationId xmlns:a16="http://schemas.microsoft.com/office/drawing/2014/main" id="{1F67EB19-CB12-E046-ABBE-367C9EBD5AF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2" name="Freeform 341">
              <a:extLst>
                <a:ext uri="{FF2B5EF4-FFF2-40B4-BE49-F238E27FC236}">
                  <a16:creationId xmlns:a16="http://schemas.microsoft.com/office/drawing/2014/main" id="{9E30013A-0776-7341-A5AD-49109879B3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3" name="Freeform 342">
              <a:extLst>
                <a:ext uri="{FF2B5EF4-FFF2-40B4-BE49-F238E27FC236}">
                  <a16:creationId xmlns:a16="http://schemas.microsoft.com/office/drawing/2014/main" id="{D3385A6D-D07B-F544-AC6A-6BEB30E792E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4" name="Freeform 343">
              <a:extLst>
                <a:ext uri="{FF2B5EF4-FFF2-40B4-BE49-F238E27FC236}">
                  <a16:creationId xmlns:a16="http://schemas.microsoft.com/office/drawing/2014/main" id="{C3E1BD46-7273-2745-ADB0-D13127E55E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5" name="Text Box 344">
              <a:extLst>
                <a:ext uri="{FF2B5EF4-FFF2-40B4-BE49-F238E27FC236}">
                  <a16:creationId xmlns:a16="http://schemas.microsoft.com/office/drawing/2014/main" id="{5CB374C5-0C28-C849-AD4A-313B567A3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66" name="Line 345">
              <a:extLst>
                <a:ext uri="{FF2B5EF4-FFF2-40B4-BE49-F238E27FC236}">
                  <a16:creationId xmlns:a16="http://schemas.microsoft.com/office/drawing/2014/main" id="{1446D8D8-ACC7-CF48-B1C9-0E37D497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7" name="Line 346">
              <a:extLst>
                <a:ext uri="{FF2B5EF4-FFF2-40B4-BE49-F238E27FC236}">
                  <a16:creationId xmlns:a16="http://schemas.microsoft.com/office/drawing/2014/main" id="{B2F79A6E-2DF0-494C-B6A1-8356C2C27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8" name="Line 347">
              <a:extLst>
                <a:ext uri="{FF2B5EF4-FFF2-40B4-BE49-F238E27FC236}">
                  <a16:creationId xmlns:a16="http://schemas.microsoft.com/office/drawing/2014/main" id="{FF1BE369-2781-D540-B7AB-8DC230B0B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02" name="Freeform 228">
            <a:extLst>
              <a:ext uri="{FF2B5EF4-FFF2-40B4-BE49-F238E27FC236}">
                <a16:creationId xmlns:a16="http://schemas.microsoft.com/office/drawing/2014/main" id="{AD2AFD53-10C1-434A-908B-811C3AF81841}"/>
              </a:ext>
            </a:extLst>
          </p:cNvPr>
          <p:cNvSpPr>
            <a:spLocks/>
          </p:cNvSpPr>
          <p:nvPr/>
        </p:nvSpPr>
        <p:spPr bwMode="auto">
          <a:xfrm>
            <a:off x="6926580" y="3590925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03" name="Group 348">
            <a:extLst>
              <a:ext uri="{FF2B5EF4-FFF2-40B4-BE49-F238E27FC236}">
                <a16:creationId xmlns:a16="http://schemas.microsoft.com/office/drawing/2014/main" id="{94BA1AC8-F2CC-1A42-BF7D-652B11FA14B8}"/>
              </a:ext>
            </a:extLst>
          </p:cNvPr>
          <p:cNvGrpSpPr>
            <a:grpSpLocks/>
          </p:cNvGrpSpPr>
          <p:nvPr/>
        </p:nvGrpSpPr>
        <p:grpSpPr bwMode="auto"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404" name="Text Box 270">
              <a:extLst>
                <a:ext uri="{FF2B5EF4-FFF2-40B4-BE49-F238E27FC236}">
                  <a16:creationId xmlns:a16="http://schemas.microsoft.com/office/drawing/2014/main" id="{84BD772A-6D84-3343-B307-0053F2587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5" name="Text Box 274">
              <a:extLst>
                <a:ext uri="{FF2B5EF4-FFF2-40B4-BE49-F238E27FC236}">
                  <a16:creationId xmlns:a16="http://schemas.microsoft.com/office/drawing/2014/main" id="{57C2172E-A89C-4A4C-851F-BBF0C35EA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06" name="Text Box 275">
              <a:extLst>
                <a:ext uri="{FF2B5EF4-FFF2-40B4-BE49-F238E27FC236}">
                  <a16:creationId xmlns:a16="http://schemas.microsoft.com/office/drawing/2014/main" id="{E5FF566A-79C1-8843-A018-064993FAD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07" name="Text Box 276">
              <a:extLst>
                <a:ext uri="{FF2B5EF4-FFF2-40B4-BE49-F238E27FC236}">
                  <a16:creationId xmlns:a16="http://schemas.microsoft.com/office/drawing/2014/main" id="{26462907-18D2-764B-AFDE-404A8D29F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08" name="Text Box 279">
              <a:extLst>
                <a:ext uri="{FF2B5EF4-FFF2-40B4-BE49-F238E27FC236}">
                  <a16:creationId xmlns:a16="http://schemas.microsoft.com/office/drawing/2014/main" id="{92CDFFF3-ECF8-9244-B357-9432C33A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9" name="Text Box 280">
              <a:extLst>
                <a:ext uri="{FF2B5EF4-FFF2-40B4-BE49-F238E27FC236}">
                  <a16:creationId xmlns:a16="http://schemas.microsoft.com/office/drawing/2014/main" id="{ED747468-F599-E849-9D19-56596D2D3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410" name="Group 349">
            <a:extLst>
              <a:ext uri="{FF2B5EF4-FFF2-40B4-BE49-F238E27FC236}">
                <a16:creationId xmlns:a16="http://schemas.microsoft.com/office/drawing/2014/main" id="{94255287-EFDF-3C43-9755-C90363D2DA86}"/>
              </a:ext>
            </a:extLst>
          </p:cNvPr>
          <p:cNvGrpSpPr>
            <a:grpSpLocks/>
          </p:cNvGrpSpPr>
          <p:nvPr/>
        </p:nvGrpSpPr>
        <p:grpSpPr bwMode="auto"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411" name="Freeform 350">
              <a:extLst>
                <a:ext uri="{FF2B5EF4-FFF2-40B4-BE49-F238E27FC236}">
                  <a16:creationId xmlns:a16="http://schemas.microsoft.com/office/drawing/2014/main" id="{4B1EB5F7-A79C-6446-980C-81A96EFC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2" name="Freeform 351">
              <a:extLst>
                <a:ext uri="{FF2B5EF4-FFF2-40B4-BE49-F238E27FC236}">
                  <a16:creationId xmlns:a16="http://schemas.microsoft.com/office/drawing/2014/main" id="{2CE2F8E8-7ADA-9E4E-9F63-AE01952A5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413" name="Group 352">
              <a:extLst>
                <a:ext uri="{FF2B5EF4-FFF2-40B4-BE49-F238E27FC236}">
                  <a16:creationId xmlns:a16="http://schemas.microsoft.com/office/drawing/2014/main" id="{E5AD917F-E74E-B648-BB37-9CB65BAF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453" name="Oval 353">
                <a:extLst>
                  <a:ext uri="{FF2B5EF4-FFF2-40B4-BE49-F238E27FC236}">
                    <a16:creationId xmlns:a16="http://schemas.microsoft.com/office/drawing/2014/main" id="{E47068A6-695F-844D-A480-9B38A3EA6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4" name="Line 354">
                <a:extLst>
                  <a:ext uri="{FF2B5EF4-FFF2-40B4-BE49-F238E27FC236}">
                    <a16:creationId xmlns:a16="http://schemas.microsoft.com/office/drawing/2014/main" id="{2F2B2C6A-798A-CE43-B0A4-D68F8763C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5" name="Line 355">
                <a:extLst>
                  <a:ext uri="{FF2B5EF4-FFF2-40B4-BE49-F238E27FC236}">
                    <a16:creationId xmlns:a16="http://schemas.microsoft.com/office/drawing/2014/main" id="{33B39B6C-B89C-7A4F-BC1D-B7B736174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6" name="Rectangle 356">
                <a:extLst>
                  <a:ext uri="{FF2B5EF4-FFF2-40B4-BE49-F238E27FC236}">
                    <a16:creationId xmlns:a16="http://schemas.microsoft.com/office/drawing/2014/main" id="{F9C1F477-E60A-A543-AE1B-FD2C42F79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7" name="Oval 357">
                <a:extLst>
                  <a:ext uri="{FF2B5EF4-FFF2-40B4-BE49-F238E27FC236}">
                    <a16:creationId xmlns:a16="http://schemas.microsoft.com/office/drawing/2014/main" id="{AD0C98AE-D777-2D43-A110-68611632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8" name="Group 358">
                <a:extLst>
                  <a:ext uri="{FF2B5EF4-FFF2-40B4-BE49-F238E27FC236}">
                    <a16:creationId xmlns:a16="http://schemas.microsoft.com/office/drawing/2014/main" id="{10E12F87-A379-1F4E-804C-960B69FF2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59" name="Rectangle 359">
                  <a:extLst>
                    <a:ext uri="{FF2B5EF4-FFF2-40B4-BE49-F238E27FC236}">
                      <a16:creationId xmlns:a16="http://schemas.microsoft.com/office/drawing/2014/main" id="{40D60A37-1A78-A14B-AEF0-6B32C20CA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60" name="Text Box 360">
                  <a:extLst>
                    <a:ext uri="{FF2B5EF4-FFF2-40B4-BE49-F238E27FC236}">
                      <a16:creationId xmlns:a16="http://schemas.microsoft.com/office/drawing/2014/main" id="{316A5FDF-C8F0-CD41-9FC5-F0BDFA3BBF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361">
              <a:extLst>
                <a:ext uri="{FF2B5EF4-FFF2-40B4-BE49-F238E27FC236}">
                  <a16:creationId xmlns:a16="http://schemas.microsoft.com/office/drawing/2014/main" id="{CC54C3FD-25A0-6C43-A265-DE0DE9E46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443" name="Oval 362">
                <a:extLst>
                  <a:ext uri="{FF2B5EF4-FFF2-40B4-BE49-F238E27FC236}">
                    <a16:creationId xmlns:a16="http://schemas.microsoft.com/office/drawing/2014/main" id="{35AB7C39-7DC0-1D46-A27B-29E8564A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6" name="Line 363">
                <a:extLst>
                  <a:ext uri="{FF2B5EF4-FFF2-40B4-BE49-F238E27FC236}">
                    <a16:creationId xmlns:a16="http://schemas.microsoft.com/office/drawing/2014/main" id="{DF710DEA-DD86-324B-AFE6-765A0E619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7" name="Line 364">
                <a:extLst>
                  <a:ext uri="{FF2B5EF4-FFF2-40B4-BE49-F238E27FC236}">
                    <a16:creationId xmlns:a16="http://schemas.microsoft.com/office/drawing/2014/main" id="{F0CD32C2-F2CA-6A48-8963-9086298E6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8" name="Rectangle 365">
                <a:extLst>
                  <a:ext uri="{FF2B5EF4-FFF2-40B4-BE49-F238E27FC236}">
                    <a16:creationId xmlns:a16="http://schemas.microsoft.com/office/drawing/2014/main" id="{49E2D868-65B8-7C4F-85B9-8DE28484B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9" name="Oval 366">
                <a:extLst>
                  <a:ext uri="{FF2B5EF4-FFF2-40B4-BE49-F238E27FC236}">
                    <a16:creationId xmlns:a16="http://schemas.microsoft.com/office/drawing/2014/main" id="{21F2D8CD-5D48-724B-941C-D5C7C4F56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0" name="Group 367">
                <a:extLst>
                  <a:ext uri="{FF2B5EF4-FFF2-40B4-BE49-F238E27FC236}">
                    <a16:creationId xmlns:a16="http://schemas.microsoft.com/office/drawing/2014/main" id="{ECC3C74D-C5FA-9B4E-A556-F7A2076AC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451" name="Rectangle 368">
                  <a:extLst>
                    <a:ext uri="{FF2B5EF4-FFF2-40B4-BE49-F238E27FC236}">
                      <a16:creationId xmlns:a16="http://schemas.microsoft.com/office/drawing/2014/main" id="{8B135D8A-7EF3-AF40-A335-0E0A5FB83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52" name="Text Box 369">
                  <a:extLst>
                    <a:ext uri="{FF2B5EF4-FFF2-40B4-BE49-F238E27FC236}">
                      <a16:creationId xmlns:a16="http://schemas.microsoft.com/office/drawing/2014/main" id="{127AAAAB-7C00-8941-842E-97CEE122F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370">
              <a:extLst>
                <a:ext uri="{FF2B5EF4-FFF2-40B4-BE49-F238E27FC236}">
                  <a16:creationId xmlns:a16="http://schemas.microsoft.com/office/drawing/2014/main" id="{D84D5BA5-56D2-3B4C-BBD1-DD179DF60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434" name="Group 371">
                <a:extLst>
                  <a:ext uri="{FF2B5EF4-FFF2-40B4-BE49-F238E27FC236}">
                    <a16:creationId xmlns:a16="http://schemas.microsoft.com/office/drawing/2014/main" id="{AFCDDB50-C217-764D-AB88-CDB31C04B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438" name="Oval 372">
                  <a:extLst>
                    <a:ext uri="{FF2B5EF4-FFF2-40B4-BE49-F238E27FC236}">
                      <a16:creationId xmlns:a16="http://schemas.microsoft.com/office/drawing/2014/main" id="{21172C47-9633-D34B-B580-A74885949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9" name="Line 373">
                  <a:extLst>
                    <a:ext uri="{FF2B5EF4-FFF2-40B4-BE49-F238E27FC236}">
                      <a16:creationId xmlns:a16="http://schemas.microsoft.com/office/drawing/2014/main" id="{DEA2ADE2-F777-A945-8D9D-EB4FC398F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0" name="Line 374">
                  <a:extLst>
                    <a:ext uri="{FF2B5EF4-FFF2-40B4-BE49-F238E27FC236}">
                      <a16:creationId xmlns:a16="http://schemas.microsoft.com/office/drawing/2014/main" id="{9CE966EE-FBD1-0446-A614-A76D8800C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1" name="Rectangle 375">
                  <a:extLst>
                    <a:ext uri="{FF2B5EF4-FFF2-40B4-BE49-F238E27FC236}">
                      <a16:creationId xmlns:a16="http://schemas.microsoft.com/office/drawing/2014/main" id="{FA0327E6-5833-AB4B-9013-E2564F46E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2" name="Oval 376">
                  <a:extLst>
                    <a:ext uri="{FF2B5EF4-FFF2-40B4-BE49-F238E27FC236}">
                      <a16:creationId xmlns:a16="http://schemas.microsoft.com/office/drawing/2014/main" id="{9398C505-BE49-EC42-B628-B0F91E68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377">
                <a:extLst>
                  <a:ext uri="{FF2B5EF4-FFF2-40B4-BE49-F238E27FC236}">
                    <a16:creationId xmlns:a16="http://schemas.microsoft.com/office/drawing/2014/main" id="{3AF8BA78-2A30-3344-ABC9-180E275E7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436" name="Rectangle 378">
                  <a:extLst>
                    <a:ext uri="{FF2B5EF4-FFF2-40B4-BE49-F238E27FC236}">
                      <a16:creationId xmlns:a16="http://schemas.microsoft.com/office/drawing/2014/main" id="{1546F4DB-A81D-C348-BD2F-799067C6A1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7" name="Text Box 379">
                  <a:extLst>
                    <a:ext uri="{FF2B5EF4-FFF2-40B4-BE49-F238E27FC236}">
                      <a16:creationId xmlns:a16="http://schemas.microsoft.com/office/drawing/2014/main" id="{69EEA604-124B-444B-993C-0A60C4CED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6" name="Group 380">
              <a:extLst>
                <a:ext uri="{FF2B5EF4-FFF2-40B4-BE49-F238E27FC236}">
                  <a16:creationId xmlns:a16="http://schemas.microsoft.com/office/drawing/2014/main" id="{61448218-CB31-2741-B597-86B4BA879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426" name="Oval 381">
                <a:extLst>
                  <a:ext uri="{FF2B5EF4-FFF2-40B4-BE49-F238E27FC236}">
                    <a16:creationId xmlns:a16="http://schemas.microsoft.com/office/drawing/2014/main" id="{0813A2D4-0C13-1846-B4E2-7F7CA0FA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7" name="Line 382">
                <a:extLst>
                  <a:ext uri="{FF2B5EF4-FFF2-40B4-BE49-F238E27FC236}">
                    <a16:creationId xmlns:a16="http://schemas.microsoft.com/office/drawing/2014/main" id="{64673E3F-DEE6-9A45-B3C6-BE42A2472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8" name="Line 383">
                <a:extLst>
                  <a:ext uri="{FF2B5EF4-FFF2-40B4-BE49-F238E27FC236}">
                    <a16:creationId xmlns:a16="http://schemas.microsoft.com/office/drawing/2014/main" id="{3B8136F3-D630-2940-81F6-CB0ED1F0F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9" name="Rectangle 384">
                <a:extLst>
                  <a:ext uri="{FF2B5EF4-FFF2-40B4-BE49-F238E27FC236}">
                    <a16:creationId xmlns:a16="http://schemas.microsoft.com/office/drawing/2014/main" id="{598389A7-D915-D54A-8873-708D8CAE5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30" name="Oval 385">
                <a:extLst>
                  <a:ext uri="{FF2B5EF4-FFF2-40B4-BE49-F238E27FC236}">
                    <a16:creationId xmlns:a16="http://schemas.microsoft.com/office/drawing/2014/main" id="{86E8FB75-1E3D-B642-A9CA-C90B5C3A3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31" name="Group 386">
                <a:extLst>
                  <a:ext uri="{FF2B5EF4-FFF2-40B4-BE49-F238E27FC236}">
                    <a16:creationId xmlns:a16="http://schemas.microsoft.com/office/drawing/2014/main" id="{3AD03C7D-6A23-1247-A89F-2D3576F62A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432" name="Rectangle 387">
                  <a:extLst>
                    <a:ext uri="{FF2B5EF4-FFF2-40B4-BE49-F238E27FC236}">
                      <a16:creationId xmlns:a16="http://schemas.microsoft.com/office/drawing/2014/main" id="{E40E4762-6B1C-9543-9ECC-E99723078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3" name="Text Box 388">
                  <a:extLst>
                    <a:ext uri="{FF2B5EF4-FFF2-40B4-BE49-F238E27FC236}">
                      <a16:creationId xmlns:a16="http://schemas.microsoft.com/office/drawing/2014/main" id="{4D7750F0-814E-024F-8097-2BFE4CA395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417" name="Freeform 389">
              <a:extLst>
                <a:ext uri="{FF2B5EF4-FFF2-40B4-BE49-F238E27FC236}">
                  <a16:creationId xmlns:a16="http://schemas.microsoft.com/office/drawing/2014/main" id="{E8CFA42E-8AC2-3F4F-822A-F534B09451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8" name="Freeform 390">
              <a:extLst>
                <a:ext uri="{FF2B5EF4-FFF2-40B4-BE49-F238E27FC236}">
                  <a16:creationId xmlns:a16="http://schemas.microsoft.com/office/drawing/2014/main" id="{37EC0BF4-AA60-A94F-8A36-5C2D5581C76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9" name="Freeform 391">
              <a:extLst>
                <a:ext uri="{FF2B5EF4-FFF2-40B4-BE49-F238E27FC236}">
                  <a16:creationId xmlns:a16="http://schemas.microsoft.com/office/drawing/2014/main" id="{78D9B5AA-D521-2946-9A0B-0FDC0609DF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0" name="Freeform 392">
              <a:extLst>
                <a:ext uri="{FF2B5EF4-FFF2-40B4-BE49-F238E27FC236}">
                  <a16:creationId xmlns:a16="http://schemas.microsoft.com/office/drawing/2014/main" id="{6AB252B5-1DA0-B344-97C1-D2E39115E1A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1" name="Freeform 393">
              <a:extLst>
                <a:ext uri="{FF2B5EF4-FFF2-40B4-BE49-F238E27FC236}">
                  <a16:creationId xmlns:a16="http://schemas.microsoft.com/office/drawing/2014/main" id="{D0AEBA19-9900-8540-A049-2943754847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2" name="Text Box 394">
              <a:extLst>
                <a:ext uri="{FF2B5EF4-FFF2-40B4-BE49-F238E27FC236}">
                  <a16:creationId xmlns:a16="http://schemas.microsoft.com/office/drawing/2014/main" id="{3ACA8E40-4D49-5849-B041-0A5A98647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423" name="Line 395">
              <a:extLst>
                <a:ext uri="{FF2B5EF4-FFF2-40B4-BE49-F238E27FC236}">
                  <a16:creationId xmlns:a16="http://schemas.microsoft.com/office/drawing/2014/main" id="{A7911D93-5338-594E-9B3D-0FF6930D9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4" name="Line 396">
              <a:extLst>
                <a:ext uri="{FF2B5EF4-FFF2-40B4-BE49-F238E27FC236}">
                  <a16:creationId xmlns:a16="http://schemas.microsoft.com/office/drawing/2014/main" id="{DA733CC8-DCAA-024E-B4D2-9805836E7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5" name="Line 397">
              <a:extLst>
                <a:ext uri="{FF2B5EF4-FFF2-40B4-BE49-F238E27FC236}">
                  <a16:creationId xmlns:a16="http://schemas.microsoft.com/office/drawing/2014/main" id="{D68B55E0-C27A-9846-AA4C-3ED30314A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61" name="Freeform 398">
            <a:extLst>
              <a:ext uri="{FF2B5EF4-FFF2-40B4-BE49-F238E27FC236}">
                <a16:creationId xmlns:a16="http://schemas.microsoft.com/office/drawing/2014/main" id="{8CBA310A-8A3C-0C4D-A513-41824EBB7B24}"/>
              </a:ext>
            </a:extLst>
          </p:cNvPr>
          <p:cNvSpPr>
            <a:spLocks/>
          </p:cNvSpPr>
          <p:nvPr/>
        </p:nvSpPr>
        <p:spPr bwMode="auto">
          <a:xfrm>
            <a:off x="10048240" y="370681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62" name="Group 399">
            <a:extLst>
              <a:ext uri="{FF2B5EF4-FFF2-40B4-BE49-F238E27FC236}">
                <a16:creationId xmlns:a16="http://schemas.microsoft.com/office/drawing/2014/main" id="{7ABC5AED-795A-2C49-AE42-8284B798689A}"/>
              </a:ext>
            </a:extLst>
          </p:cNvPr>
          <p:cNvGrpSpPr>
            <a:grpSpLocks/>
          </p:cNvGrpSpPr>
          <p:nvPr/>
        </p:nvGrpSpPr>
        <p:grpSpPr bwMode="auto"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463" name="Text Box 400">
              <a:extLst>
                <a:ext uri="{FF2B5EF4-FFF2-40B4-BE49-F238E27FC236}">
                  <a16:creationId xmlns:a16="http://schemas.microsoft.com/office/drawing/2014/main" id="{99037B7C-2191-0D42-8E06-A14F7212B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64" name="Text Box 401">
              <a:extLst>
                <a:ext uri="{FF2B5EF4-FFF2-40B4-BE49-F238E27FC236}">
                  <a16:creationId xmlns:a16="http://schemas.microsoft.com/office/drawing/2014/main" id="{71D8509A-2870-E94B-BD83-F1850A2D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5" name="Text Box 402">
              <a:extLst>
                <a:ext uri="{FF2B5EF4-FFF2-40B4-BE49-F238E27FC236}">
                  <a16:creationId xmlns:a16="http://schemas.microsoft.com/office/drawing/2014/main" id="{FA7E8DC1-7F88-8742-9976-F3CFB1DB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6" name="Text Box 403">
              <a:extLst>
                <a:ext uri="{FF2B5EF4-FFF2-40B4-BE49-F238E27FC236}">
                  <a16:creationId xmlns:a16="http://schemas.microsoft.com/office/drawing/2014/main" id="{BD3BA28F-AA6A-7644-BF77-AA4DD99F3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7" name="Text Box 404">
              <a:extLst>
                <a:ext uri="{FF2B5EF4-FFF2-40B4-BE49-F238E27FC236}">
                  <a16:creationId xmlns:a16="http://schemas.microsoft.com/office/drawing/2014/main" id="{F1AD7012-A4F5-974B-A3CC-56CE08B3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68" name="Text Box 405">
              <a:extLst>
                <a:ext uri="{FF2B5EF4-FFF2-40B4-BE49-F238E27FC236}">
                  <a16:creationId xmlns:a16="http://schemas.microsoft.com/office/drawing/2014/main" id="{85C4596C-58BB-894A-95A3-3EA3C72DF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469" name="Rectangle 3">
            <a:extLst>
              <a:ext uri="{FF2B5EF4-FFF2-40B4-BE49-F238E27FC236}">
                <a16:creationId xmlns:a16="http://schemas.microsoft.com/office/drawing/2014/main" id="{2B25C40C-5E57-2E4E-BB2C-C3C589C0AA48}"/>
              </a:ext>
            </a:extLst>
          </p:cNvPr>
          <p:cNvSpPr txBox="1">
            <a:spLocks noChangeArrowheads="1"/>
          </p:cNvSpPr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sample scenario: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routing to destination a, traffic entering at d, c, e with rates 1, e (&lt;1), 1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link costs are directional, and volume-dependent</a:t>
            </a:r>
          </a:p>
          <a:p>
            <a:pPr>
              <a:buFont typeface="Wingdings" charset="0"/>
              <a:buNone/>
              <a:defRPr/>
            </a:pPr>
            <a:endParaRPr lang="en-US" sz="2400" dirty="0"/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4A59EDE-07FC-4344-A364-9AF704FDF84B}"/>
              </a:ext>
            </a:extLst>
          </p:cNvPr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477" name="Text Box 52">
              <a:extLst>
                <a:ext uri="{FF2B5EF4-FFF2-40B4-BE49-F238E27FC236}">
                  <a16:creationId xmlns:a16="http://schemas.microsoft.com/office/drawing/2014/main" id="{C4892482-F5D9-184D-A870-E368DCD5E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8" name="Text Box 54">
              <a:extLst>
                <a:ext uri="{FF2B5EF4-FFF2-40B4-BE49-F238E27FC236}">
                  <a16:creationId xmlns:a16="http://schemas.microsoft.com/office/drawing/2014/main" id="{C3881C69-8957-A744-9162-22C435FF0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9" name="Text Box 56">
              <a:extLst>
                <a:ext uri="{FF2B5EF4-FFF2-40B4-BE49-F238E27FC236}">
                  <a16:creationId xmlns:a16="http://schemas.microsoft.com/office/drawing/2014/main" id="{9D3241F4-EEAC-8549-8395-A23FBD06A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E1E04B41-4842-E54F-823F-548EC045317C}"/>
              </a:ext>
            </a:extLst>
          </p:cNvPr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481" name="Text Box 52">
              <a:extLst>
                <a:ext uri="{FF2B5EF4-FFF2-40B4-BE49-F238E27FC236}">
                  <a16:creationId xmlns:a16="http://schemas.microsoft.com/office/drawing/2014/main" id="{91598559-8B3C-0B4F-966D-B74F51E9D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2" name="Text Box 54">
              <a:extLst>
                <a:ext uri="{FF2B5EF4-FFF2-40B4-BE49-F238E27FC236}">
                  <a16:creationId xmlns:a16="http://schemas.microsoft.com/office/drawing/2014/main" id="{32E7C389-98BE-B34E-B6E2-083D461B8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3" name="Text Box 56">
              <a:extLst>
                <a:ext uri="{FF2B5EF4-FFF2-40B4-BE49-F238E27FC236}">
                  <a16:creationId xmlns:a16="http://schemas.microsoft.com/office/drawing/2014/main" id="{416A5A64-7B8F-FC47-9C48-ABF58F14B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CA27CC-335F-954C-8841-29204C989B2D}"/>
              </a:ext>
            </a:extLst>
          </p:cNvPr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485" name="Text Box 52">
              <a:extLst>
                <a:ext uri="{FF2B5EF4-FFF2-40B4-BE49-F238E27FC236}">
                  <a16:creationId xmlns:a16="http://schemas.microsoft.com/office/drawing/2014/main" id="{F5769656-1C84-634E-AFC9-06A5868C2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6" name="Text Box 54">
              <a:extLst>
                <a:ext uri="{FF2B5EF4-FFF2-40B4-BE49-F238E27FC236}">
                  <a16:creationId xmlns:a16="http://schemas.microsoft.com/office/drawing/2014/main" id="{1054ED10-BACF-DD45-9558-1CF4CC88D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7" name="Text Box 56">
              <a:extLst>
                <a:ext uri="{FF2B5EF4-FFF2-40B4-BE49-F238E27FC236}">
                  <a16:creationId xmlns:a16="http://schemas.microsoft.com/office/drawing/2014/main" id="{CA594A24-D623-ED4A-AF78-D42A26AAF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9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" grpId="0" animBg="1"/>
      <p:bldP spid="402" grpId="0" animBg="1"/>
      <p:bldP spid="46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92" y="957581"/>
            <a:ext cx="2364569" cy="894622"/>
          </a:xfrm>
        </p:spPr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Summary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6F06E-98F3-4629-B885-9C8CB6049527}"/>
              </a:ext>
            </a:extLst>
          </p:cNvPr>
          <p:cNvSpPr txBox="1"/>
          <p:nvPr/>
        </p:nvSpPr>
        <p:spPr>
          <a:xfrm>
            <a:off x="751492" y="2644170"/>
            <a:ext cx="10679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Routing Protocol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b="0" dirty="0">
                <a:latin typeface="+mn-lt"/>
              </a:rPr>
              <a:t>Dijkstra’s algorithm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72492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790" y="2981689"/>
            <a:ext cx="2894420" cy="894622"/>
          </a:xfrm>
        </p:spPr>
        <p:txBody>
          <a:bodyPr/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Questions?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0087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33" y="2981689"/>
            <a:ext cx="2497734" cy="894622"/>
          </a:xfrm>
        </p:spPr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Thank You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0605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8432</TotalTime>
  <Words>5444</Words>
  <Application>Microsoft Office PowerPoint</Application>
  <PresentationFormat>Widescreen</PresentationFormat>
  <Paragraphs>1759</Paragraphs>
  <Slides>55</Slides>
  <Notes>52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Calibri Light</vt:lpstr>
      <vt:lpstr>Comic Sans MS</vt:lpstr>
      <vt:lpstr>Gill Sans MT</vt:lpstr>
      <vt:lpstr>Wingdings</vt:lpstr>
      <vt:lpstr>Office Theme</vt:lpstr>
      <vt:lpstr>Advanced Network Systems CSCI 6170</vt:lpstr>
      <vt:lpstr>Attendance</vt:lpstr>
      <vt:lpstr>Agenda</vt:lpstr>
      <vt:lpstr>Review of Previous Lecture</vt:lpstr>
      <vt:lpstr>Network layer: “data plane” roadmap</vt:lpstr>
      <vt:lpstr>Generalized forwarding: match plus action</vt:lpstr>
      <vt:lpstr>Flow table abstraction</vt:lpstr>
      <vt:lpstr>Flow table abstraction</vt:lpstr>
      <vt:lpstr>OpenFlow: flow table entries</vt:lpstr>
      <vt:lpstr>OpenFlow: examples</vt:lpstr>
      <vt:lpstr>OpenFlow: examples</vt:lpstr>
      <vt:lpstr>OpenFlow abstraction</vt:lpstr>
      <vt:lpstr>OpenFlow example</vt:lpstr>
      <vt:lpstr>OpenFlow example</vt:lpstr>
      <vt:lpstr>Generalized forwarding: summary</vt:lpstr>
      <vt:lpstr>Network layer: “data plane” roadmap</vt:lpstr>
      <vt:lpstr>Middleboxes</vt:lpstr>
      <vt:lpstr>Middleboxes everywhere!</vt:lpstr>
      <vt:lpstr>Middleboxes</vt:lpstr>
      <vt:lpstr>The IP hourglass</vt:lpstr>
      <vt:lpstr>The IP hourglass, at middle age</vt:lpstr>
      <vt:lpstr>Today’s Lecture</vt:lpstr>
      <vt:lpstr>PowerPoint Presentation</vt:lpstr>
      <vt:lpstr>Network layer control plane: our goals</vt:lpstr>
      <vt:lpstr>Network layer: “control plane” roadmap</vt:lpstr>
      <vt:lpstr>Network-layer functions</vt:lpstr>
      <vt:lpstr>Per-router control plane</vt:lpstr>
      <vt:lpstr>Software-Defined Networking (SDN) control plane</vt:lpstr>
      <vt:lpstr>Per-router control plane</vt:lpstr>
      <vt:lpstr>Network layer: “control plane” roadmap</vt:lpstr>
      <vt:lpstr>Routing protocols</vt:lpstr>
      <vt:lpstr>Graph abstraction: link costs</vt:lpstr>
      <vt:lpstr>Routing algorithm classification</vt:lpstr>
      <vt:lpstr>Network layer: “control plane” roadmap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Dijkstra’s algorithm: oscillations possible</vt:lpstr>
      <vt:lpstr>Summary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Md Rumman Rafi</cp:lastModifiedBy>
  <cp:revision>221</cp:revision>
  <dcterms:created xsi:type="dcterms:W3CDTF">2020-01-18T07:24:59Z</dcterms:created>
  <dcterms:modified xsi:type="dcterms:W3CDTF">2024-10-27T00:54:34Z</dcterms:modified>
</cp:coreProperties>
</file>